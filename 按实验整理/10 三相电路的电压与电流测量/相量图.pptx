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33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9780E7-4B0F-49B9-8066-6F8A6A339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19B9E6B-7232-4C61-BA49-053A6B255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E94251-8717-4936-8276-B1C83DF58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6E9DF-13ED-403D-8CC6-4DD8E9CF389C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359383-AB22-4244-BEE4-3FBA1132E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7CC523-E127-4963-8FE0-78D98E9FF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64A11-1291-4082-9224-AA55E60589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230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7F753F-7884-4D10-8832-87DE58FE8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9240D2-C20E-40CD-8EDA-183EE72FB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AC856F-29A6-4A70-832E-AEFDFBFA5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6E9DF-13ED-403D-8CC6-4DD8E9CF389C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534C7F-36AF-42AD-BA78-AAFD9BC96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A50DF4-9361-4082-B53F-481710644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64A11-1291-4082-9224-AA55E60589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980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2C2456-9E68-46F2-A686-BDE8B4961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813F1E-AFA7-4CAE-A03C-A460EF44F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E995D5-9C74-43DC-A0BF-F6DB5ABB4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6E9DF-13ED-403D-8CC6-4DD8E9CF389C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EE997E-8D18-4D16-93B8-63F51102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38F236-6C50-4390-A4C1-A56A791DC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64A11-1291-4082-9224-AA55E60589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067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66CF74-7851-4A50-9279-DC960E514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DEA81A-5634-4F7F-B4C5-39572E6679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E30EC2-DDBF-4F5F-8FA2-BE77CCA4C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9BDF13-DF81-473B-9883-1FF1F1388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6E9DF-13ED-403D-8CC6-4DD8E9CF389C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7B963B-5F4A-485D-B8A1-C1824FE1E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3B350E-F4B7-46B8-B84B-19EB22357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64A11-1291-4082-9224-AA55E60589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599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44B968-3649-4B9C-BECA-968934FD1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40C9A5-E0DB-47D9-93F7-C68A30DB2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FFF398-FD4C-4665-8A09-3C0F038E4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2E3FD55-D8B6-4556-88C9-4750773CDF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5D01FA7-AB47-490D-9ABA-9EBE9A5ED6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DF6D4C4-881D-49F2-9D75-0FD84781E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6E9DF-13ED-403D-8CC6-4DD8E9CF389C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F2D3A1D-0333-4A6B-B68E-00FC07188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B4CE082-0097-4E75-B092-FF98B413B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64A11-1291-4082-9224-AA55E60589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02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422F00-5EA7-415F-8D20-84A82CD23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5A89CE4-F0A2-4523-B5A2-4BFAF1CFC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6E9DF-13ED-403D-8CC6-4DD8E9CF389C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CF5006-EA74-4B23-A7F3-95EAA3100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078410F-E9D7-4622-8E0D-87938F28A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64A11-1291-4082-9224-AA55E60589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14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5FAD88A-37E9-45D4-A444-32F2AD99F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6E9DF-13ED-403D-8CC6-4DD8E9CF389C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6F028F2-8B5E-4178-B8F3-A3C825AB5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447ABC-E500-4C2D-B5A4-0F23E0C6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64A11-1291-4082-9224-AA55E60589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698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79BE13-01C7-421D-9226-2C9E297D0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3B2F25-4D46-497D-A26E-1006E65E4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1AFB53-980A-4B03-8CAF-6F9EAD223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EE11F6-AA55-4302-9143-49190A1BD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6E9DF-13ED-403D-8CC6-4DD8E9CF389C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3D3C6A-9668-4B27-8C2A-721FAF910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9F3A56-B376-4B6A-BA67-25E599DD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64A11-1291-4082-9224-AA55E60589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94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004403-8899-4D05-BCB7-34A4C1501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39187F9-EFF3-4058-8E0D-61D319EDE3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727CD7-1851-472E-916F-BE07C7069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C46FC3-3769-4653-A057-32ABD5FC2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6E9DF-13ED-403D-8CC6-4DD8E9CF389C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AF41CA-55D4-4F93-822E-AB1201BB5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7E65DE-AEC6-4F45-9167-D3ACF53DC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64A11-1291-4082-9224-AA55E60589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45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716475-6231-43EC-AFD1-93238CB5B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B840C0-3D8D-409D-A337-4F0548021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A4D98B-076B-40DE-8C85-77979D962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6E9DF-13ED-403D-8CC6-4DD8E9CF389C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09B2DA-D23E-4922-B26B-A19043199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6CC003-FA8D-4157-BEDB-C5601F527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64A11-1291-4082-9224-AA55E60589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412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60BFE1D-2512-482C-B629-A8442D7B8A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7662E9-96ED-4883-B4B6-1EC17DF2B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B3FD2E-C6F8-41BF-96F9-D3B60720E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6E9DF-13ED-403D-8CC6-4DD8E9CF389C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6F8F29-5C83-4396-899A-D8E89C502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91D2C8-3800-4371-9046-7F3B52357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64A11-1291-4082-9224-AA55E60589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429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54508F2-2C0F-437B-BB27-9F951A478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E3AAB6-C2FF-4257-82B3-2F91F1FDB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221FD8-C4DC-4D80-A6BA-5B2AEEFF90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6E9DF-13ED-403D-8CC6-4DD8E9CF389C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6B1963-7CF3-4A77-9EBA-D937F9CE7D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BCD8C3-A407-45A4-95A8-E7C813750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64A11-1291-4082-9224-AA55E60589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998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9.png"/><Relationship Id="rId3" Type="http://schemas.openxmlformats.org/officeDocument/2006/relationships/image" Target="../media/image2.png"/><Relationship Id="rId21" Type="http://schemas.openxmlformats.org/officeDocument/2006/relationships/image" Target="../media/image32.png"/><Relationship Id="rId7" Type="http://schemas.openxmlformats.org/officeDocument/2006/relationships/image" Target="../media/image6.png"/><Relationship Id="rId12" Type="http://schemas.openxmlformats.org/officeDocument/2006/relationships/image" Target="../media/image24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2" Type="http://schemas.openxmlformats.org/officeDocument/2006/relationships/image" Target="../media/image1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23.png"/><Relationship Id="rId24" Type="http://schemas.openxmlformats.org/officeDocument/2006/relationships/image" Target="../media/image35.png"/><Relationship Id="rId5" Type="http://schemas.openxmlformats.org/officeDocument/2006/relationships/image" Target="../media/image4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10" Type="http://schemas.openxmlformats.org/officeDocument/2006/relationships/image" Target="../media/image22.png"/><Relationship Id="rId19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13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4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3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CC2E1B85-2083-41AD-9559-81CB456424AC}"/>
              </a:ext>
            </a:extLst>
          </p:cNvPr>
          <p:cNvGrpSpPr/>
          <p:nvPr/>
        </p:nvGrpSpPr>
        <p:grpSpPr>
          <a:xfrm>
            <a:off x="689689" y="923665"/>
            <a:ext cx="2656760" cy="2491835"/>
            <a:chOff x="689689" y="923665"/>
            <a:chExt cx="2656760" cy="2491835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6B32816E-EF78-4B98-BF86-56A6397D841B}"/>
                </a:ext>
              </a:extLst>
            </p:cNvPr>
            <p:cNvGrpSpPr/>
            <p:nvPr/>
          </p:nvGrpSpPr>
          <p:grpSpPr>
            <a:xfrm>
              <a:off x="1130297" y="1206499"/>
              <a:ext cx="1741745" cy="1926167"/>
              <a:chOff x="1130297" y="1206499"/>
              <a:chExt cx="1741745" cy="1926167"/>
            </a:xfrm>
          </p:grpSpPr>
          <p:cxnSp>
            <p:nvCxnSpPr>
              <p:cNvPr id="5" name="直接箭头连接符 4">
                <a:extLst>
                  <a:ext uri="{FF2B5EF4-FFF2-40B4-BE49-F238E27FC236}">
                    <a16:creationId xmlns:a16="http://schemas.microsoft.com/office/drawing/2014/main" id="{6DA3218F-2F69-495C-848E-5849D07A6791}"/>
                  </a:ext>
                </a:extLst>
              </p:cNvPr>
              <p:cNvCxnSpPr>
                <a:cxnSpLocks/>
                <a:endCxn id="22" idx="1"/>
              </p:cNvCxnSpPr>
              <p:nvPr/>
            </p:nvCxnSpPr>
            <p:spPr>
              <a:xfrm>
                <a:off x="1750070" y="2153667"/>
                <a:ext cx="112197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箭头连接符 6">
                <a:extLst>
                  <a:ext uri="{FF2B5EF4-FFF2-40B4-BE49-F238E27FC236}">
                    <a16:creationId xmlns:a16="http://schemas.microsoft.com/office/drawing/2014/main" id="{EF18F370-0C71-4E8F-87D1-40EB5EE5A1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30300" y="1206500"/>
                <a:ext cx="619772" cy="94716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>
                <a:extLst>
                  <a:ext uri="{FF2B5EF4-FFF2-40B4-BE49-F238E27FC236}">
                    <a16:creationId xmlns:a16="http://schemas.microsoft.com/office/drawing/2014/main" id="{35694498-4294-4F2F-BCAA-C6625C36FC39}"/>
                  </a:ext>
                </a:extLst>
              </p:cNvPr>
              <p:cNvCxnSpPr>
                <a:cxnSpLocks/>
                <a:endCxn id="24" idx="0"/>
              </p:cNvCxnSpPr>
              <p:nvPr/>
            </p:nvCxnSpPr>
            <p:spPr>
              <a:xfrm flipH="1">
                <a:off x="1130297" y="2153667"/>
                <a:ext cx="619780" cy="97899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A85469E3-6886-4968-8E4E-361D951EC4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68438" y="1727200"/>
                <a:ext cx="281633" cy="4264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>
                <a:extLst>
                  <a:ext uri="{FF2B5EF4-FFF2-40B4-BE49-F238E27FC236}">
                    <a16:creationId xmlns:a16="http://schemas.microsoft.com/office/drawing/2014/main" id="{00B719F0-17DF-437C-AAC1-5A10DDED96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50070" y="2153666"/>
                <a:ext cx="504180" cy="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>
                <a:extLst>
                  <a:ext uri="{FF2B5EF4-FFF2-40B4-BE49-F238E27FC236}">
                    <a16:creationId xmlns:a16="http://schemas.microsoft.com/office/drawing/2014/main" id="{C66FBA50-0530-4967-B966-36C1B26EE5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68433" y="2153665"/>
                <a:ext cx="281638" cy="43925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>
                <a:extLst>
                  <a:ext uri="{FF2B5EF4-FFF2-40B4-BE49-F238E27FC236}">
                    <a16:creationId xmlns:a16="http://schemas.microsoft.com/office/drawing/2014/main" id="{E6AD6727-9C6E-416B-8790-0799D2FAD8A2}"/>
                  </a:ext>
                </a:extLst>
              </p:cNvPr>
              <p:cNvCxnSpPr>
                <a:cxnSpLocks/>
                <a:stCxn id="23" idx="2"/>
                <a:endCxn id="24" idx="0"/>
              </p:cNvCxnSpPr>
              <p:nvPr/>
            </p:nvCxnSpPr>
            <p:spPr>
              <a:xfrm>
                <a:off x="1130297" y="1206499"/>
                <a:ext cx="0" cy="192616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>
                <a:extLst>
                  <a:ext uri="{FF2B5EF4-FFF2-40B4-BE49-F238E27FC236}">
                    <a16:creationId xmlns:a16="http://schemas.microsoft.com/office/drawing/2014/main" id="{BCB98971-0795-4C85-A812-D738C0BAD589}"/>
                  </a:ext>
                </a:extLst>
              </p:cNvPr>
              <p:cNvCxnSpPr>
                <a:cxnSpLocks/>
                <a:stCxn id="24" idx="0"/>
                <a:endCxn id="22" idx="1"/>
              </p:cNvCxnSpPr>
              <p:nvPr/>
            </p:nvCxnSpPr>
            <p:spPr>
              <a:xfrm flipV="1">
                <a:off x="1130297" y="2153667"/>
                <a:ext cx="1741745" cy="97899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>
                <a:extLst>
                  <a:ext uri="{FF2B5EF4-FFF2-40B4-BE49-F238E27FC236}">
                    <a16:creationId xmlns:a16="http://schemas.microsoft.com/office/drawing/2014/main" id="{10E44474-003C-4EDE-9A02-B051B6E07744}"/>
                  </a:ext>
                </a:extLst>
              </p:cNvPr>
              <p:cNvCxnSpPr>
                <a:cxnSpLocks/>
                <a:stCxn id="22" idx="1"/>
                <a:endCxn id="23" idx="2"/>
              </p:cNvCxnSpPr>
              <p:nvPr/>
            </p:nvCxnSpPr>
            <p:spPr>
              <a:xfrm flipH="1" flipV="1">
                <a:off x="1130297" y="1206499"/>
                <a:ext cx="1741745" cy="94716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1155AE98-819C-4C59-8F57-BB5A22700988}"/>
                    </a:ext>
                  </a:extLst>
                </p:cNvPr>
                <p:cNvSpPr txBox="1"/>
                <p:nvPr/>
              </p:nvSpPr>
              <p:spPr>
                <a:xfrm>
                  <a:off x="2872042" y="2012250"/>
                  <a:ext cx="474407" cy="282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UN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1155AE98-819C-4C59-8F57-BB5A227009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2042" y="2012250"/>
                  <a:ext cx="474407" cy="28283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599AA9D-563D-4A16-AAC5-4A3C88627077}"/>
                    </a:ext>
                  </a:extLst>
                </p:cNvPr>
                <p:cNvSpPr txBox="1"/>
                <p:nvPr/>
              </p:nvSpPr>
              <p:spPr>
                <a:xfrm>
                  <a:off x="853013" y="923665"/>
                  <a:ext cx="554567" cy="282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WN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599AA9D-563D-4A16-AAC5-4A3C886270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013" y="923665"/>
                  <a:ext cx="554567" cy="28283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7986F24D-24A7-4C6F-9F2F-E80D2E655FED}"/>
                    </a:ext>
                  </a:extLst>
                </p:cNvPr>
                <p:cNvSpPr txBox="1"/>
                <p:nvPr/>
              </p:nvSpPr>
              <p:spPr>
                <a:xfrm>
                  <a:off x="853013" y="3132666"/>
                  <a:ext cx="554567" cy="282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VN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7986F24D-24A7-4C6F-9F2F-E80D2E655F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013" y="3132666"/>
                  <a:ext cx="554567" cy="28283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723DCF1-6D89-4982-8413-A25827D4ACA0}"/>
                    </a:ext>
                  </a:extLst>
                </p:cNvPr>
                <p:cNvSpPr txBox="1"/>
                <p:nvPr/>
              </p:nvSpPr>
              <p:spPr>
                <a:xfrm>
                  <a:off x="1750071" y="2202751"/>
                  <a:ext cx="145874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2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723DCF1-6D89-4982-8413-A25827D4AC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0071" y="2202751"/>
                  <a:ext cx="145874" cy="184666"/>
                </a:xfrm>
                <a:prstGeom prst="rect">
                  <a:avLst/>
                </a:prstGeom>
                <a:blipFill>
                  <a:blip r:embed="rId5"/>
                  <a:stretch>
                    <a:fillRect l="-25000" r="-20833" b="-32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FAF7BF65-3F81-4C5C-A6E6-99121E29BEBB}"/>
                    </a:ext>
                  </a:extLst>
                </p:cNvPr>
                <p:cNvSpPr txBox="1"/>
                <p:nvPr/>
              </p:nvSpPr>
              <p:spPr>
                <a:xfrm>
                  <a:off x="1377537" y="1561242"/>
                  <a:ext cx="554567" cy="282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W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FAF7BF65-3F81-4C5C-A6E6-99121E29BE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537" y="1561242"/>
                  <a:ext cx="554567" cy="28283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D883B7D1-2CBF-4421-8FC2-AC0F94E48BD2}"/>
                    </a:ext>
                  </a:extLst>
                </p:cNvPr>
                <p:cNvSpPr txBox="1"/>
                <p:nvPr/>
              </p:nvSpPr>
              <p:spPr>
                <a:xfrm>
                  <a:off x="1932104" y="1857453"/>
                  <a:ext cx="554567" cy="282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D883B7D1-2CBF-4421-8FC2-AC0F94E48B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2104" y="1857453"/>
                  <a:ext cx="554567" cy="28283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9888DCB8-41F1-48B7-BD4D-9CDEE3B1BBED}"/>
                    </a:ext>
                  </a:extLst>
                </p:cNvPr>
                <p:cNvSpPr txBox="1"/>
                <p:nvPr/>
              </p:nvSpPr>
              <p:spPr>
                <a:xfrm>
                  <a:off x="1156787" y="2230823"/>
                  <a:ext cx="554567" cy="282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9888DCB8-41F1-48B7-BD4D-9CDEE3B1BB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6787" y="2230823"/>
                  <a:ext cx="554567" cy="28283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092946A8-313E-4141-A340-2C75D72CD734}"/>
                    </a:ext>
                  </a:extLst>
                </p:cNvPr>
                <p:cNvSpPr txBox="1"/>
                <p:nvPr/>
              </p:nvSpPr>
              <p:spPr>
                <a:xfrm>
                  <a:off x="1807425" y="1370742"/>
                  <a:ext cx="554567" cy="282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WU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092946A8-313E-4141-A340-2C75D72CD7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425" y="1370742"/>
                  <a:ext cx="554567" cy="28283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6C530F48-B21A-4B94-80B2-6FA97FBF57AE}"/>
                    </a:ext>
                  </a:extLst>
                </p:cNvPr>
                <p:cNvSpPr txBox="1"/>
                <p:nvPr/>
              </p:nvSpPr>
              <p:spPr>
                <a:xfrm>
                  <a:off x="689689" y="2018378"/>
                  <a:ext cx="440610" cy="282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VW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6C530F48-B21A-4B94-80B2-6FA97FBF57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689" y="2018378"/>
                  <a:ext cx="440610" cy="28283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E6D51B52-9B4E-4625-9DEF-EDE3EF536323}"/>
                    </a:ext>
                  </a:extLst>
                </p:cNvPr>
                <p:cNvSpPr txBox="1"/>
                <p:nvPr/>
              </p:nvSpPr>
              <p:spPr>
                <a:xfrm>
                  <a:off x="1895138" y="2663204"/>
                  <a:ext cx="440610" cy="282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UV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E6D51B52-9B4E-4625-9DEF-EDE3EF5363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5138" y="2663204"/>
                  <a:ext cx="440610" cy="28283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7" name="组合 166">
            <a:extLst>
              <a:ext uri="{FF2B5EF4-FFF2-40B4-BE49-F238E27FC236}">
                <a16:creationId xmlns:a16="http://schemas.microsoft.com/office/drawing/2014/main" id="{50096AB2-2E96-4B24-8D43-A8A8825231A8}"/>
              </a:ext>
            </a:extLst>
          </p:cNvPr>
          <p:cNvGrpSpPr/>
          <p:nvPr/>
        </p:nvGrpSpPr>
        <p:grpSpPr>
          <a:xfrm>
            <a:off x="3928189" y="627661"/>
            <a:ext cx="2656760" cy="2801339"/>
            <a:chOff x="3928189" y="627661"/>
            <a:chExt cx="2656760" cy="2801339"/>
          </a:xfrm>
        </p:grpSpPr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90E62E53-C87E-4F5C-8527-7893258AB4A8}"/>
                </a:ext>
              </a:extLst>
            </p:cNvPr>
            <p:cNvGrpSpPr/>
            <p:nvPr/>
          </p:nvGrpSpPr>
          <p:grpSpPr>
            <a:xfrm>
              <a:off x="3928189" y="627661"/>
              <a:ext cx="2656760" cy="2801339"/>
              <a:chOff x="689689" y="614161"/>
              <a:chExt cx="2656760" cy="2801339"/>
            </a:xfrm>
          </p:grpSpPr>
          <p:grpSp>
            <p:nvGrpSpPr>
              <p:cNvPr id="108" name="组合 107">
                <a:extLst>
                  <a:ext uri="{FF2B5EF4-FFF2-40B4-BE49-F238E27FC236}">
                    <a16:creationId xmlns:a16="http://schemas.microsoft.com/office/drawing/2014/main" id="{897807EA-B11F-4533-ABDA-91179A0E2DE2}"/>
                  </a:ext>
                </a:extLst>
              </p:cNvPr>
              <p:cNvGrpSpPr/>
              <p:nvPr/>
            </p:nvGrpSpPr>
            <p:grpSpPr>
              <a:xfrm>
                <a:off x="1130297" y="874582"/>
                <a:ext cx="1741745" cy="2258084"/>
                <a:chOff x="1130297" y="874582"/>
                <a:chExt cx="1741745" cy="2258084"/>
              </a:xfrm>
            </p:grpSpPr>
            <p:cxnSp>
              <p:nvCxnSpPr>
                <p:cNvPr id="119" name="直接箭头连接符 118">
                  <a:extLst>
                    <a:ext uri="{FF2B5EF4-FFF2-40B4-BE49-F238E27FC236}">
                      <a16:creationId xmlns:a16="http://schemas.microsoft.com/office/drawing/2014/main" id="{5D235D87-63A3-4597-AD5E-489254DEF588}"/>
                    </a:ext>
                  </a:extLst>
                </p:cNvPr>
                <p:cNvCxnSpPr>
                  <a:cxnSpLocks/>
                  <a:endCxn id="109" idx="1"/>
                </p:cNvCxnSpPr>
                <p:nvPr/>
              </p:nvCxnSpPr>
              <p:spPr>
                <a:xfrm>
                  <a:off x="1750070" y="2153667"/>
                  <a:ext cx="1121972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直接箭头连接符 119">
                  <a:extLst>
                    <a:ext uri="{FF2B5EF4-FFF2-40B4-BE49-F238E27FC236}">
                      <a16:creationId xmlns:a16="http://schemas.microsoft.com/office/drawing/2014/main" id="{D5031D33-E4D8-4950-8708-C6F008D020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0300" y="1206500"/>
                  <a:ext cx="619772" cy="94716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直接箭头连接符 120">
                  <a:extLst>
                    <a:ext uri="{FF2B5EF4-FFF2-40B4-BE49-F238E27FC236}">
                      <a16:creationId xmlns:a16="http://schemas.microsoft.com/office/drawing/2014/main" id="{37B51A5D-B54C-4BF9-BB86-BC599357CC88}"/>
                    </a:ext>
                  </a:extLst>
                </p:cNvPr>
                <p:cNvCxnSpPr>
                  <a:cxnSpLocks/>
                  <a:endCxn id="111" idx="0"/>
                </p:cNvCxnSpPr>
                <p:nvPr/>
              </p:nvCxnSpPr>
              <p:spPr>
                <a:xfrm flipH="1">
                  <a:off x="1130297" y="2153667"/>
                  <a:ext cx="619780" cy="97899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直接箭头连接符 121">
                  <a:extLst>
                    <a:ext uri="{FF2B5EF4-FFF2-40B4-BE49-F238E27FC236}">
                      <a16:creationId xmlns:a16="http://schemas.microsoft.com/office/drawing/2014/main" id="{2F3451F8-E193-47B8-B001-0CA12A4928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68438" y="1727200"/>
                  <a:ext cx="281633" cy="4264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直接箭头连接符 122">
                  <a:extLst>
                    <a:ext uri="{FF2B5EF4-FFF2-40B4-BE49-F238E27FC236}">
                      <a16:creationId xmlns:a16="http://schemas.microsoft.com/office/drawing/2014/main" id="{442ED8E9-EB47-4034-B3E0-8117517F85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50070" y="875500"/>
                  <a:ext cx="0" cy="127816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直接箭头连接符 123">
                  <a:extLst>
                    <a:ext uri="{FF2B5EF4-FFF2-40B4-BE49-F238E27FC236}">
                      <a16:creationId xmlns:a16="http://schemas.microsoft.com/office/drawing/2014/main" id="{461575D4-374A-4D63-A152-57F39A1E53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9992" y="2153665"/>
                  <a:ext cx="260079" cy="40299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直接箭头连接符 124">
                  <a:extLst>
                    <a:ext uri="{FF2B5EF4-FFF2-40B4-BE49-F238E27FC236}">
                      <a16:creationId xmlns:a16="http://schemas.microsoft.com/office/drawing/2014/main" id="{2E815A49-7D91-462C-96AC-112335BE8FA8}"/>
                    </a:ext>
                  </a:extLst>
                </p:cNvPr>
                <p:cNvCxnSpPr>
                  <a:cxnSpLocks/>
                  <a:stCxn id="110" idx="2"/>
                  <a:endCxn id="111" idx="0"/>
                </p:cNvCxnSpPr>
                <p:nvPr/>
              </p:nvCxnSpPr>
              <p:spPr>
                <a:xfrm>
                  <a:off x="1130297" y="1206499"/>
                  <a:ext cx="0" cy="1926167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箭头连接符 125">
                  <a:extLst>
                    <a:ext uri="{FF2B5EF4-FFF2-40B4-BE49-F238E27FC236}">
                      <a16:creationId xmlns:a16="http://schemas.microsoft.com/office/drawing/2014/main" id="{C1453FD1-2B90-4D91-A29B-E2D533F9900D}"/>
                    </a:ext>
                  </a:extLst>
                </p:cNvPr>
                <p:cNvCxnSpPr>
                  <a:cxnSpLocks/>
                  <a:stCxn id="111" idx="0"/>
                  <a:endCxn id="109" idx="1"/>
                </p:cNvCxnSpPr>
                <p:nvPr/>
              </p:nvCxnSpPr>
              <p:spPr>
                <a:xfrm flipV="1">
                  <a:off x="1130297" y="2153667"/>
                  <a:ext cx="1741745" cy="97899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箭头连接符 126">
                  <a:extLst>
                    <a:ext uri="{FF2B5EF4-FFF2-40B4-BE49-F238E27FC236}">
                      <a16:creationId xmlns:a16="http://schemas.microsoft.com/office/drawing/2014/main" id="{D738F338-0DE1-4E3E-8489-EB785DFCD0BC}"/>
                    </a:ext>
                  </a:extLst>
                </p:cNvPr>
                <p:cNvCxnSpPr>
                  <a:cxnSpLocks/>
                  <a:stCxn id="109" idx="1"/>
                  <a:endCxn id="110" idx="2"/>
                </p:cNvCxnSpPr>
                <p:nvPr/>
              </p:nvCxnSpPr>
              <p:spPr>
                <a:xfrm flipH="1" flipV="1">
                  <a:off x="1130297" y="1206499"/>
                  <a:ext cx="1741745" cy="94716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直接箭头连接符 131">
                  <a:extLst>
                    <a:ext uri="{FF2B5EF4-FFF2-40B4-BE49-F238E27FC236}">
                      <a16:creationId xmlns:a16="http://schemas.microsoft.com/office/drawing/2014/main" id="{4AB5F262-8E10-4683-9B3F-F19CE7D2DF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229914" y="874582"/>
                  <a:ext cx="520157" cy="127908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F62FC969-1C4B-4B40-BF44-00FB6F76E4F0}"/>
                      </a:ext>
                    </a:extLst>
                  </p:cNvPr>
                  <p:cNvSpPr txBox="1"/>
                  <p:nvPr/>
                </p:nvSpPr>
                <p:spPr>
                  <a:xfrm>
                    <a:off x="2872042" y="2012250"/>
                    <a:ext cx="474407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UN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F62FC969-1C4B-4B40-BF44-00FB6F76E4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72042" y="2012250"/>
                    <a:ext cx="474407" cy="28283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文本框 109">
                    <a:extLst>
                      <a:ext uri="{FF2B5EF4-FFF2-40B4-BE49-F238E27FC236}">
                        <a16:creationId xmlns:a16="http://schemas.microsoft.com/office/drawing/2014/main" id="{E52C41C0-5694-4B3F-B811-0DF58CD314FE}"/>
                      </a:ext>
                    </a:extLst>
                  </p:cNvPr>
                  <p:cNvSpPr txBox="1"/>
                  <p:nvPr/>
                </p:nvSpPr>
                <p:spPr>
                  <a:xfrm>
                    <a:off x="853013" y="923665"/>
                    <a:ext cx="554567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WN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10" name="文本框 109">
                    <a:extLst>
                      <a:ext uri="{FF2B5EF4-FFF2-40B4-BE49-F238E27FC236}">
                        <a16:creationId xmlns:a16="http://schemas.microsoft.com/office/drawing/2014/main" id="{E52C41C0-5694-4B3F-B811-0DF58CD314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3013" y="923665"/>
                    <a:ext cx="554567" cy="28283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1" name="文本框 110">
                    <a:extLst>
                      <a:ext uri="{FF2B5EF4-FFF2-40B4-BE49-F238E27FC236}">
                        <a16:creationId xmlns:a16="http://schemas.microsoft.com/office/drawing/2014/main" id="{930D92EC-B629-4944-9A2A-8A40304FF818}"/>
                      </a:ext>
                    </a:extLst>
                  </p:cNvPr>
                  <p:cNvSpPr txBox="1"/>
                  <p:nvPr/>
                </p:nvSpPr>
                <p:spPr>
                  <a:xfrm>
                    <a:off x="853013" y="3132666"/>
                    <a:ext cx="554567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VN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11" name="文本框 110">
                    <a:extLst>
                      <a:ext uri="{FF2B5EF4-FFF2-40B4-BE49-F238E27FC236}">
                        <a16:creationId xmlns:a16="http://schemas.microsoft.com/office/drawing/2014/main" id="{930D92EC-B629-4944-9A2A-8A40304FF81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3013" y="3132666"/>
                    <a:ext cx="554567" cy="28283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2" name="文本框 111">
                    <a:extLst>
                      <a:ext uri="{FF2B5EF4-FFF2-40B4-BE49-F238E27FC236}">
                        <a16:creationId xmlns:a16="http://schemas.microsoft.com/office/drawing/2014/main" id="{A6A2E7D3-14C0-4038-9386-1B4C0856EDEC}"/>
                      </a:ext>
                    </a:extLst>
                  </p:cNvPr>
                  <p:cNvSpPr txBox="1"/>
                  <p:nvPr/>
                </p:nvSpPr>
                <p:spPr>
                  <a:xfrm>
                    <a:off x="1750071" y="2202751"/>
                    <a:ext cx="145874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12" name="文本框 111">
                    <a:extLst>
                      <a:ext uri="{FF2B5EF4-FFF2-40B4-BE49-F238E27FC236}">
                        <a16:creationId xmlns:a16="http://schemas.microsoft.com/office/drawing/2014/main" id="{A6A2E7D3-14C0-4038-9386-1B4C0856ED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0071" y="2202751"/>
                    <a:ext cx="145874" cy="18466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5000" r="-20833" b="-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" name="文本框 112">
                    <a:extLst>
                      <a:ext uri="{FF2B5EF4-FFF2-40B4-BE49-F238E27FC236}">
                        <a16:creationId xmlns:a16="http://schemas.microsoft.com/office/drawing/2014/main" id="{0AAF8E42-1056-4DD9-8784-55E593DFBD91}"/>
                      </a:ext>
                    </a:extLst>
                  </p:cNvPr>
                  <p:cNvSpPr txBox="1"/>
                  <p:nvPr/>
                </p:nvSpPr>
                <p:spPr>
                  <a:xfrm>
                    <a:off x="1183167" y="1571256"/>
                    <a:ext cx="347598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13" name="文本框 112">
                    <a:extLst>
                      <a:ext uri="{FF2B5EF4-FFF2-40B4-BE49-F238E27FC236}">
                        <a16:creationId xmlns:a16="http://schemas.microsoft.com/office/drawing/2014/main" id="{0AAF8E42-1056-4DD9-8784-55E593DFBD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83167" y="1571256"/>
                    <a:ext cx="347598" cy="28283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A69F352F-889D-4A27-AB03-9D2E44038D4D}"/>
                      </a:ext>
                    </a:extLst>
                  </p:cNvPr>
                  <p:cNvSpPr txBox="1"/>
                  <p:nvPr/>
                </p:nvSpPr>
                <p:spPr>
                  <a:xfrm>
                    <a:off x="1747130" y="789295"/>
                    <a:ext cx="313638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A69F352F-889D-4A27-AB03-9D2E44038D4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47130" y="789295"/>
                    <a:ext cx="313638" cy="28283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文本框 114">
                    <a:extLst>
                      <a:ext uri="{FF2B5EF4-FFF2-40B4-BE49-F238E27FC236}">
                        <a16:creationId xmlns:a16="http://schemas.microsoft.com/office/drawing/2014/main" id="{483F67A7-2576-4ED1-8752-78D7DE84AD23}"/>
                      </a:ext>
                    </a:extLst>
                  </p:cNvPr>
                  <p:cNvSpPr txBox="1"/>
                  <p:nvPr/>
                </p:nvSpPr>
                <p:spPr>
                  <a:xfrm>
                    <a:off x="1156787" y="2230823"/>
                    <a:ext cx="554567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15" name="文本框 114">
                    <a:extLst>
                      <a:ext uri="{FF2B5EF4-FFF2-40B4-BE49-F238E27FC236}">
                        <a16:creationId xmlns:a16="http://schemas.microsoft.com/office/drawing/2014/main" id="{483F67A7-2576-4ED1-8752-78D7DE84AD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56787" y="2230823"/>
                    <a:ext cx="554567" cy="28283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6" name="文本框 115">
                    <a:extLst>
                      <a:ext uri="{FF2B5EF4-FFF2-40B4-BE49-F238E27FC236}">
                        <a16:creationId xmlns:a16="http://schemas.microsoft.com/office/drawing/2014/main" id="{03B7C06E-10C5-4546-89A7-FB997354CDAC}"/>
                      </a:ext>
                    </a:extLst>
                  </p:cNvPr>
                  <p:cNvSpPr txBox="1"/>
                  <p:nvPr/>
                </p:nvSpPr>
                <p:spPr>
                  <a:xfrm>
                    <a:off x="1807425" y="1370742"/>
                    <a:ext cx="554567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WU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16" name="文本框 115">
                    <a:extLst>
                      <a:ext uri="{FF2B5EF4-FFF2-40B4-BE49-F238E27FC236}">
                        <a16:creationId xmlns:a16="http://schemas.microsoft.com/office/drawing/2014/main" id="{03B7C06E-10C5-4546-89A7-FB997354CD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07425" y="1370742"/>
                    <a:ext cx="554567" cy="28283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7" name="文本框 116">
                    <a:extLst>
                      <a:ext uri="{FF2B5EF4-FFF2-40B4-BE49-F238E27FC236}">
                        <a16:creationId xmlns:a16="http://schemas.microsoft.com/office/drawing/2014/main" id="{F53FA643-B1AF-4F15-B10E-27204B1B8074}"/>
                      </a:ext>
                    </a:extLst>
                  </p:cNvPr>
                  <p:cNvSpPr txBox="1"/>
                  <p:nvPr/>
                </p:nvSpPr>
                <p:spPr>
                  <a:xfrm>
                    <a:off x="689689" y="2018378"/>
                    <a:ext cx="440610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VW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17" name="文本框 116">
                    <a:extLst>
                      <a:ext uri="{FF2B5EF4-FFF2-40B4-BE49-F238E27FC236}">
                        <a16:creationId xmlns:a16="http://schemas.microsoft.com/office/drawing/2014/main" id="{F53FA643-B1AF-4F15-B10E-27204B1B80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9689" y="2018378"/>
                    <a:ext cx="440610" cy="282834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8" name="文本框 117">
                    <a:extLst>
                      <a:ext uri="{FF2B5EF4-FFF2-40B4-BE49-F238E27FC236}">
                        <a16:creationId xmlns:a16="http://schemas.microsoft.com/office/drawing/2014/main" id="{0F405517-B06F-44EE-8854-7DF8E5E68EE8}"/>
                      </a:ext>
                    </a:extLst>
                  </p:cNvPr>
                  <p:cNvSpPr txBox="1"/>
                  <p:nvPr/>
                </p:nvSpPr>
                <p:spPr>
                  <a:xfrm>
                    <a:off x="1895138" y="2663204"/>
                    <a:ext cx="440610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UV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18" name="文本框 117">
                    <a:extLst>
                      <a:ext uri="{FF2B5EF4-FFF2-40B4-BE49-F238E27FC236}">
                        <a16:creationId xmlns:a16="http://schemas.microsoft.com/office/drawing/2014/main" id="{0F405517-B06F-44EE-8854-7DF8E5E68E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5138" y="2663204"/>
                    <a:ext cx="440610" cy="282834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6" name="文本框 135">
                    <a:extLst>
                      <a:ext uri="{FF2B5EF4-FFF2-40B4-BE49-F238E27FC236}">
                        <a16:creationId xmlns:a16="http://schemas.microsoft.com/office/drawing/2014/main" id="{2524FA73-63AC-47DC-BB6A-F61C16F4335E}"/>
                      </a:ext>
                    </a:extLst>
                  </p:cNvPr>
                  <p:cNvSpPr txBox="1"/>
                  <p:nvPr/>
                </p:nvSpPr>
                <p:spPr>
                  <a:xfrm>
                    <a:off x="999968" y="614161"/>
                    <a:ext cx="313638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36" name="文本框 135">
                    <a:extLst>
                      <a:ext uri="{FF2B5EF4-FFF2-40B4-BE49-F238E27FC236}">
                        <a16:creationId xmlns:a16="http://schemas.microsoft.com/office/drawing/2014/main" id="{2524FA73-63AC-47DC-BB6A-F61C16F433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9968" y="614161"/>
                    <a:ext cx="313638" cy="282834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55D00FAE-A683-4719-A828-1E800155DE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9573" y="889000"/>
              <a:ext cx="526935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888C4F9B-DE24-474D-B07D-73A136C2BA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8408" y="1751835"/>
              <a:ext cx="250083" cy="41533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C2D300E4-9B85-4932-A7C7-CB45EBF922FF}"/>
                </a:ext>
              </a:extLst>
            </p:cNvPr>
            <p:cNvCxnSpPr>
              <a:cxnSpLocks/>
            </p:cNvCxnSpPr>
            <p:nvPr/>
          </p:nvCxnSpPr>
          <p:spPr>
            <a:xfrm>
              <a:off x="4468408" y="2178300"/>
              <a:ext cx="260078" cy="377575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2C5803CC-800C-46C1-A27B-968774F706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2612" y="888082"/>
              <a:ext cx="11580" cy="1283298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A01F6D89-E2D9-485F-95BA-35C1E672DFA9}"/>
              </a:ext>
            </a:extLst>
          </p:cNvPr>
          <p:cNvGrpSpPr/>
          <p:nvPr/>
        </p:nvGrpSpPr>
        <p:grpSpPr>
          <a:xfrm>
            <a:off x="7232507" y="937165"/>
            <a:ext cx="2656760" cy="2491835"/>
            <a:chOff x="3928189" y="937165"/>
            <a:chExt cx="2656760" cy="2491835"/>
          </a:xfrm>
        </p:grpSpPr>
        <p:grpSp>
          <p:nvGrpSpPr>
            <p:cNvPr id="169" name="组合 168">
              <a:extLst>
                <a:ext uri="{FF2B5EF4-FFF2-40B4-BE49-F238E27FC236}">
                  <a16:creationId xmlns:a16="http://schemas.microsoft.com/office/drawing/2014/main" id="{8A0FC242-DEA6-444F-A701-8C06C590AB8D}"/>
                </a:ext>
              </a:extLst>
            </p:cNvPr>
            <p:cNvGrpSpPr/>
            <p:nvPr/>
          </p:nvGrpSpPr>
          <p:grpSpPr>
            <a:xfrm>
              <a:off x="3928189" y="937165"/>
              <a:ext cx="2656760" cy="2491835"/>
              <a:chOff x="689689" y="923665"/>
              <a:chExt cx="2656760" cy="2491835"/>
            </a:xfrm>
          </p:grpSpPr>
          <p:grpSp>
            <p:nvGrpSpPr>
              <p:cNvPr id="174" name="组合 173">
                <a:extLst>
                  <a:ext uri="{FF2B5EF4-FFF2-40B4-BE49-F238E27FC236}">
                    <a16:creationId xmlns:a16="http://schemas.microsoft.com/office/drawing/2014/main" id="{A72D2C3D-CE09-4EB3-8D1D-8611731A4D0C}"/>
                  </a:ext>
                </a:extLst>
              </p:cNvPr>
              <p:cNvGrpSpPr/>
              <p:nvPr/>
            </p:nvGrpSpPr>
            <p:grpSpPr>
              <a:xfrm>
                <a:off x="1130297" y="1206499"/>
                <a:ext cx="1741745" cy="1926167"/>
                <a:chOff x="1130297" y="1206499"/>
                <a:chExt cx="1741745" cy="1926167"/>
              </a:xfrm>
            </p:grpSpPr>
            <p:cxnSp>
              <p:nvCxnSpPr>
                <p:cNvPr id="186" name="直接箭头连接符 185">
                  <a:extLst>
                    <a:ext uri="{FF2B5EF4-FFF2-40B4-BE49-F238E27FC236}">
                      <a16:creationId xmlns:a16="http://schemas.microsoft.com/office/drawing/2014/main" id="{29B59884-316B-45E5-B838-C39BFA47ECAB}"/>
                    </a:ext>
                  </a:extLst>
                </p:cNvPr>
                <p:cNvCxnSpPr>
                  <a:cxnSpLocks/>
                  <a:endCxn id="175" idx="1"/>
                </p:cNvCxnSpPr>
                <p:nvPr/>
              </p:nvCxnSpPr>
              <p:spPr>
                <a:xfrm>
                  <a:off x="1750070" y="2153667"/>
                  <a:ext cx="1121972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直接箭头连接符 186">
                  <a:extLst>
                    <a:ext uri="{FF2B5EF4-FFF2-40B4-BE49-F238E27FC236}">
                      <a16:creationId xmlns:a16="http://schemas.microsoft.com/office/drawing/2014/main" id="{7362662D-6518-4DF1-B762-9F6F433531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0300" y="1206500"/>
                  <a:ext cx="619772" cy="94716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直接箭头连接符 187">
                  <a:extLst>
                    <a:ext uri="{FF2B5EF4-FFF2-40B4-BE49-F238E27FC236}">
                      <a16:creationId xmlns:a16="http://schemas.microsoft.com/office/drawing/2014/main" id="{BFAFCFE2-99DE-4968-930A-5951B2729C0C}"/>
                    </a:ext>
                  </a:extLst>
                </p:cNvPr>
                <p:cNvCxnSpPr>
                  <a:cxnSpLocks/>
                  <a:endCxn id="177" idx="0"/>
                </p:cNvCxnSpPr>
                <p:nvPr/>
              </p:nvCxnSpPr>
              <p:spPr>
                <a:xfrm flipH="1">
                  <a:off x="1130297" y="2153667"/>
                  <a:ext cx="619780" cy="97899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直接箭头连接符 188">
                  <a:extLst>
                    <a:ext uri="{FF2B5EF4-FFF2-40B4-BE49-F238E27FC236}">
                      <a16:creationId xmlns:a16="http://schemas.microsoft.com/office/drawing/2014/main" id="{022AF0A5-8A56-4022-B367-8384F628C8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68438" y="1727200"/>
                  <a:ext cx="281633" cy="4264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直接箭头连接符 190">
                  <a:extLst>
                    <a:ext uri="{FF2B5EF4-FFF2-40B4-BE49-F238E27FC236}">
                      <a16:creationId xmlns:a16="http://schemas.microsoft.com/office/drawing/2014/main" id="{6BE06D12-1971-4D6E-BDBC-E6700803C5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9992" y="2153665"/>
                  <a:ext cx="260079" cy="40299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直接箭头连接符 191">
                  <a:extLst>
                    <a:ext uri="{FF2B5EF4-FFF2-40B4-BE49-F238E27FC236}">
                      <a16:creationId xmlns:a16="http://schemas.microsoft.com/office/drawing/2014/main" id="{5AD05F45-BC74-44BC-AC92-5A018586A8F0}"/>
                    </a:ext>
                  </a:extLst>
                </p:cNvPr>
                <p:cNvCxnSpPr>
                  <a:cxnSpLocks/>
                  <a:stCxn id="176" idx="2"/>
                  <a:endCxn id="177" idx="0"/>
                </p:cNvCxnSpPr>
                <p:nvPr/>
              </p:nvCxnSpPr>
              <p:spPr>
                <a:xfrm>
                  <a:off x="1130297" y="1206499"/>
                  <a:ext cx="0" cy="1926167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直接箭头连接符 192">
                  <a:extLst>
                    <a:ext uri="{FF2B5EF4-FFF2-40B4-BE49-F238E27FC236}">
                      <a16:creationId xmlns:a16="http://schemas.microsoft.com/office/drawing/2014/main" id="{AC4AEF6B-B8B6-4D74-AEC5-D5EB6013FB2C}"/>
                    </a:ext>
                  </a:extLst>
                </p:cNvPr>
                <p:cNvCxnSpPr>
                  <a:cxnSpLocks/>
                  <a:stCxn id="177" idx="0"/>
                  <a:endCxn id="175" idx="1"/>
                </p:cNvCxnSpPr>
                <p:nvPr/>
              </p:nvCxnSpPr>
              <p:spPr>
                <a:xfrm flipV="1">
                  <a:off x="1130297" y="2153667"/>
                  <a:ext cx="1741745" cy="97899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直接箭头连接符 193">
                  <a:extLst>
                    <a:ext uri="{FF2B5EF4-FFF2-40B4-BE49-F238E27FC236}">
                      <a16:creationId xmlns:a16="http://schemas.microsoft.com/office/drawing/2014/main" id="{07FFAE5E-7A47-4816-AE49-AF793553F2B4}"/>
                    </a:ext>
                  </a:extLst>
                </p:cNvPr>
                <p:cNvCxnSpPr>
                  <a:cxnSpLocks/>
                  <a:stCxn id="175" idx="1"/>
                  <a:endCxn id="176" idx="2"/>
                </p:cNvCxnSpPr>
                <p:nvPr/>
              </p:nvCxnSpPr>
              <p:spPr>
                <a:xfrm flipH="1" flipV="1">
                  <a:off x="1130297" y="1206499"/>
                  <a:ext cx="1741745" cy="94716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直接箭头连接符 194">
                  <a:extLst>
                    <a:ext uri="{FF2B5EF4-FFF2-40B4-BE49-F238E27FC236}">
                      <a16:creationId xmlns:a16="http://schemas.microsoft.com/office/drawing/2014/main" id="{F2A7255F-6AD6-4105-9588-8143D86EFB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24913" y="2153666"/>
                  <a:ext cx="525159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5" name="文本框 174">
                    <a:extLst>
                      <a:ext uri="{FF2B5EF4-FFF2-40B4-BE49-F238E27FC236}">
                        <a16:creationId xmlns:a16="http://schemas.microsoft.com/office/drawing/2014/main" id="{DEF6A643-5C4C-46F3-88BA-5B4A29C84D2E}"/>
                      </a:ext>
                    </a:extLst>
                  </p:cNvPr>
                  <p:cNvSpPr txBox="1"/>
                  <p:nvPr/>
                </p:nvSpPr>
                <p:spPr>
                  <a:xfrm>
                    <a:off x="2872042" y="2012250"/>
                    <a:ext cx="474407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UN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75" name="文本框 174">
                    <a:extLst>
                      <a:ext uri="{FF2B5EF4-FFF2-40B4-BE49-F238E27FC236}">
                        <a16:creationId xmlns:a16="http://schemas.microsoft.com/office/drawing/2014/main" id="{DEF6A643-5C4C-46F3-88BA-5B4A29C84D2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72042" y="2012250"/>
                    <a:ext cx="474407" cy="28283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6" name="文本框 175">
                    <a:extLst>
                      <a:ext uri="{FF2B5EF4-FFF2-40B4-BE49-F238E27FC236}">
                        <a16:creationId xmlns:a16="http://schemas.microsoft.com/office/drawing/2014/main" id="{AEAF206D-3AD1-46C6-9AE1-9F814EF5FF65}"/>
                      </a:ext>
                    </a:extLst>
                  </p:cNvPr>
                  <p:cNvSpPr txBox="1"/>
                  <p:nvPr/>
                </p:nvSpPr>
                <p:spPr>
                  <a:xfrm>
                    <a:off x="853013" y="923665"/>
                    <a:ext cx="554567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WN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76" name="文本框 175">
                    <a:extLst>
                      <a:ext uri="{FF2B5EF4-FFF2-40B4-BE49-F238E27FC236}">
                        <a16:creationId xmlns:a16="http://schemas.microsoft.com/office/drawing/2014/main" id="{AEAF206D-3AD1-46C6-9AE1-9F814EF5FF6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3013" y="923665"/>
                    <a:ext cx="554567" cy="28283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7" name="文本框 176">
                    <a:extLst>
                      <a:ext uri="{FF2B5EF4-FFF2-40B4-BE49-F238E27FC236}">
                        <a16:creationId xmlns:a16="http://schemas.microsoft.com/office/drawing/2014/main" id="{2CA90263-AA42-43ED-AAA0-D5CB4822A324}"/>
                      </a:ext>
                    </a:extLst>
                  </p:cNvPr>
                  <p:cNvSpPr txBox="1"/>
                  <p:nvPr/>
                </p:nvSpPr>
                <p:spPr>
                  <a:xfrm>
                    <a:off x="853013" y="3132666"/>
                    <a:ext cx="554567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VN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77" name="文本框 176">
                    <a:extLst>
                      <a:ext uri="{FF2B5EF4-FFF2-40B4-BE49-F238E27FC236}">
                        <a16:creationId xmlns:a16="http://schemas.microsoft.com/office/drawing/2014/main" id="{2CA90263-AA42-43ED-AAA0-D5CB4822A3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3013" y="3132666"/>
                    <a:ext cx="554567" cy="28283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8" name="文本框 177">
                    <a:extLst>
                      <a:ext uri="{FF2B5EF4-FFF2-40B4-BE49-F238E27FC236}">
                        <a16:creationId xmlns:a16="http://schemas.microsoft.com/office/drawing/2014/main" id="{5A30AB42-3094-4429-986E-E6B690B03537}"/>
                      </a:ext>
                    </a:extLst>
                  </p:cNvPr>
                  <p:cNvSpPr txBox="1"/>
                  <p:nvPr/>
                </p:nvSpPr>
                <p:spPr>
                  <a:xfrm>
                    <a:off x="1750071" y="2202751"/>
                    <a:ext cx="145874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78" name="文本框 177">
                    <a:extLst>
                      <a:ext uri="{FF2B5EF4-FFF2-40B4-BE49-F238E27FC236}">
                        <a16:creationId xmlns:a16="http://schemas.microsoft.com/office/drawing/2014/main" id="{5A30AB42-3094-4429-986E-E6B690B035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0071" y="2202751"/>
                    <a:ext cx="145874" cy="18466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5000" r="-20833" b="-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9" name="文本框 178">
                    <a:extLst>
                      <a:ext uri="{FF2B5EF4-FFF2-40B4-BE49-F238E27FC236}">
                        <a16:creationId xmlns:a16="http://schemas.microsoft.com/office/drawing/2014/main" id="{06CA4597-D8B9-4C40-97F6-0F8E763C595B}"/>
                      </a:ext>
                    </a:extLst>
                  </p:cNvPr>
                  <p:cNvSpPr txBox="1"/>
                  <p:nvPr/>
                </p:nvSpPr>
                <p:spPr>
                  <a:xfrm>
                    <a:off x="1440186" y="1521115"/>
                    <a:ext cx="347598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79" name="文本框 178">
                    <a:extLst>
                      <a:ext uri="{FF2B5EF4-FFF2-40B4-BE49-F238E27FC236}">
                        <a16:creationId xmlns:a16="http://schemas.microsoft.com/office/drawing/2014/main" id="{06CA4597-D8B9-4C40-97F6-0F8E763C59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0186" y="1521115"/>
                    <a:ext cx="347598" cy="28283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1" name="文本框 180">
                    <a:extLst>
                      <a:ext uri="{FF2B5EF4-FFF2-40B4-BE49-F238E27FC236}">
                        <a16:creationId xmlns:a16="http://schemas.microsoft.com/office/drawing/2014/main" id="{2B2A49CE-D9F1-4161-B0A4-B2C3822D10E0}"/>
                      </a:ext>
                    </a:extLst>
                  </p:cNvPr>
                  <p:cNvSpPr txBox="1"/>
                  <p:nvPr/>
                </p:nvSpPr>
                <p:spPr>
                  <a:xfrm>
                    <a:off x="1428145" y="2504012"/>
                    <a:ext cx="335468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81" name="文本框 180">
                    <a:extLst>
                      <a:ext uri="{FF2B5EF4-FFF2-40B4-BE49-F238E27FC236}">
                        <a16:creationId xmlns:a16="http://schemas.microsoft.com/office/drawing/2014/main" id="{2B2A49CE-D9F1-4161-B0A4-B2C3822D10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28145" y="2504012"/>
                    <a:ext cx="335468" cy="282834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2" name="文本框 181">
                    <a:extLst>
                      <a:ext uri="{FF2B5EF4-FFF2-40B4-BE49-F238E27FC236}">
                        <a16:creationId xmlns:a16="http://schemas.microsoft.com/office/drawing/2014/main" id="{8D3E0247-F9B8-4C38-8691-6A2409968BFC}"/>
                      </a:ext>
                    </a:extLst>
                  </p:cNvPr>
                  <p:cNvSpPr txBox="1"/>
                  <p:nvPr/>
                </p:nvSpPr>
                <p:spPr>
                  <a:xfrm>
                    <a:off x="1807425" y="1370742"/>
                    <a:ext cx="554567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WU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82" name="文本框 181">
                    <a:extLst>
                      <a:ext uri="{FF2B5EF4-FFF2-40B4-BE49-F238E27FC236}">
                        <a16:creationId xmlns:a16="http://schemas.microsoft.com/office/drawing/2014/main" id="{8D3E0247-F9B8-4C38-8691-6A2409968B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07425" y="1370742"/>
                    <a:ext cx="554567" cy="28283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3" name="文本框 182">
                    <a:extLst>
                      <a:ext uri="{FF2B5EF4-FFF2-40B4-BE49-F238E27FC236}">
                        <a16:creationId xmlns:a16="http://schemas.microsoft.com/office/drawing/2014/main" id="{31A5A96E-A7B0-483C-AE2D-602E52D99183}"/>
                      </a:ext>
                    </a:extLst>
                  </p:cNvPr>
                  <p:cNvSpPr txBox="1"/>
                  <p:nvPr/>
                </p:nvSpPr>
                <p:spPr>
                  <a:xfrm>
                    <a:off x="689689" y="2018378"/>
                    <a:ext cx="440610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VW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83" name="文本框 182">
                    <a:extLst>
                      <a:ext uri="{FF2B5EF4-FFF2-40B4-BE49-F238E27FC236}">
                        <a16:creationId xmlns:a16="http://schemas.microsoft.com/office/drawing/2014/main" id="{31A5A96E-A7B0-483C-AE2D-602E52D991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9689" y="2018378"/>
                    <a:ext cx="440610" cy="282834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4" name="文本框 183">
                    <a:extLst>
                      <a:ext uri="{FF2B5EF4-FFF2-40B4-BE49-F238E27FC236}">
                        <a16:creationId xmlns:a16="http://schemas.microsoft.com/office/drawing/2014/main" id="{43645896-DA30-45D2-9297-FBBEA4CB3A21}"/>
                      </a:ext>
                    </a:extLst>
                  </p:cNvPr>
                  <p:cNvSpPr txBox="1"/>
                  <p:nvPr/>
                </p:nvSpPr>
                <p:spPr>
                  <a:xfrm>
                    <a:off x="1895138" y="2663204"/>
                    <a:ext cx="440610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UV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84" name="文本框 183">
                    <a:extLst>
                      <a:ext uri="{FF2B5EF4-FFF2-40B4-BE49-F238E27FC236}">
                        <a16:creationId xmlns:a16="http://schemas.microsoft.com/office/drawing/2014/main" id="{43645896-DA30-45D2-9297-FBBEA4CB3A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5138" y="2663204"/>
                    <a:ext cx="440610" cy="282834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5" name="文本框 184">
                    <a:extLst>
                      <a:ext uri="{FF2B5EF4-FFF2-40B4-BE49-F238E27FC236}">
                        <a16:creationId xmlns:a16="http://schemas.microsoft.com/office/drawing/2014/main" id="{55B9CD79-EE8F-45CF-8DFA-2D930A9C27BC}"/>
                      </a:ext>
                    </a:extLst>
                  </p:cNvPr>
                  <p:cNvSpPr txBox="1"/>
                  <p:nvPr/>
                </p:nvSpPr>
                <p:spPr>
                  <a:xfrm>
                    <a:off x="1322255" y="1902663"/>
                    <a:ext cx="313638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85" name="文本框 184">
                    <a:extLst>
                      <a:ext uri="{FF2B5EF4-FFF2-40B4-BE49-F238E27FC236}">
                        <a16:creationId xmlns:a16="http://schemas.microsoft.com/office/drawing/2014/main" id="{55B9CD79-EE8F-45CF-8DFA-2D930A9C27B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22255" y="1902663"/>
                    <a:ext cx="313638" cy="282834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85C4BF50-3B34-40ED-B086-6001458970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8408" y="1751835"/>
              <a:ext cx="250083" cy="41533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8A308ADC-98C4-4E77-B6B8-81C994553EBA}"/>
                </a:ext>
              </a:extLst>
            </p:cNvPr>
            <p:cNvCxnSpPr>
              <a:cxnSpLocks/>
            </p:cNvCxnSpPr>
            <p:nvPr/>
          </p:nvCxnSpPr>
          <p:spPr>
            <a:xfrm>
              <a:off x="4468408" y="2178300"/>
              <a:ext cx="260078" cy="377575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7276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CC2E1B85-2083-41AD-9559-81CB456424AC}"/>
              </a:ext>
            </a:extLst>
          </p:cNvPr>
          <p:cNvGrpSpPr/>
          <p:nvPr/>
        </p:nvGrpSpPr>
        <p:grpSpPr>
          <a:xfrm>
            <a:off x="853013" y="923665"/>
            <a:ext cx="2493436" cy="2491835"/>
            <a:chOff x="853013" y="923665"/>
            <a:chExt cx="2493436" cy="2491835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6B32816E-EF78-4B98-BF86-56A6397D841B}"/>
                </a:ext>
              </a:extLst>
            </p:cNvPr>
            <p:cNvGrpSpPr/>
            <p:nvPr/>
          </p:nvGrpSpPr>
          <p:grpSpPr>
            <a:xfrm>
              <a:off x="1130297" y="1206500"/>
              <a:ext cx="1741745" cy="1926166"/>
              <a:chOff x="1130297" y="1206500"/>
              <a:chExt cx="1741745" cy="1926166"/>
            </a:xfrm>
          </p:grpSpPr>
          <p:cxnSp>
            <p:nvCxnSpPr>
              <p:cNvPr id="5" name="直接箭头连接符 4">
                <a:extLst>
                  <a:ext uri="{FF2B5EF4-FFF2-40B4-BE49-F238E27FC236}">
                    <a16:creationId xmlns:a16="http://schemas.microsoft.com/office/drawing/2014/main" id="{6DA3218F-2F69-495C-848E-5849D07A6791}"/>
                  </a:ext>
                </a:extLst>
              </p:cNvPr>
              <p:cNvCxnSpPr>
                <a:cxnSpLocks/>
                <a:endCxn id="22" idx="1"/>
              </p:cNvCxnSpPr>
              <p:nvPr/>
            </p:nvCxnSpPr>
            <p:spPr>
              <a:xfrm>
                <a:off x="1750070" y="2153667"/>
                <a:ext cx="112197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箭头连接符 6">
                <a:extLst>
                  <a:ext uri="{FF2B5EF4-FFF2-40B4-BE49-F238E27FC236}">
                    <a16:creationId xmlns:a16="http://schemas.microsoft.com/office/drawing/2014/main" id="{EF18F370-0C71-4E8F-87D1-40EB5EE5A1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30300" y="1206500"/>
                <a:ext cx="619772" cy="94716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>
                <a:extLst>
                  <a:ext uri="{FF2B5EF4-FFF2-40B4-BE49-F238E27FC236}">
                    <a16:creationId xmlns:a16="http://schemas.microsoft.com/office/drawing/2014/main" id="{35694498-4294-4F2F-BCAA-C6625C36FC39}"/>
                  </a:ext>
                </a:extLst>
              </p:cNvPr>
              <p:cNvCxnSpPr>
                <a:cxnSpLocks/>
                <a:endCxn id="24" idx="0"/>
              </p:cNvCxnSpPr>
              <p:nvPr/>
            </p:nvCxnSpPr>
            <p:spPr>
              <a:xfrm flipH="1">
                <a:off x="1130297" y="2153667"/>
                <a:ext cx="619780" cy="97899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A85469E3-6886-4968-8E4E-361D951EC4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68438" y="1727200"/>
                <a:ext cx="281633" cy="4264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>
                <a:extLst>
                  <a:ext uri="{FF2B5EF4-FFF2-40B4-BE49-F238E27FC236}">
                    <a16:creationId xmlns:a16="http://schemas.microsoft.com/office/drawing/2014/main" id="{00B719F0-17DF-437C-AAC1-5A10DDED96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50070" y="2153666"/>
                <a:ext cx="504180" cy="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>
                <a:extLst>
                  <a:ext uri="{FF2B5EF4-FFF2-40B4-BE49-F238E27FC236}">
                    <a16:creationId xmlns:a16="http://schemas.microsoft.com/office/drawing/2014/main" id="{C66FBA50-0530-4967-B966-36C1B26EE5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68433" y="2153665"/>
                <a:ext cx="281638" cy="43925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1155AE98-819C-4C59-8F57-BB5A22700988}"/>
                    </a:ext>
                  </a:extLst>
                </p:cNvPr>
                <p:cNvSpPr txBox="1"/>
                <p:nvPr/>
              </p:nvSpPr>
              <p:spPr>
                <a:xfrm>
                  <a:off x="2872042" y="2012250"/>
                  <a:ext cx="474407" cy="282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UN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1155AE98-819C-4C59-8F57-BB5A227009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2042" y="2012250"/>
                  <a:ext cx="474407" cy="28283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599AA9D-563D-4A16-AAC5-4A3C88627077}"/>
                    </a:ext>
                  </a:extLst>
                </p:cNvPr>
                <p:cNvSpPr txBox="1"/>
                <p:nvPr/>
              </p:nvSpPr>
              <p:spPr>
                <a:xfrm>
                  <a:off x="853013" y="923665"/>
                  <a:ext cx="554567" cy="282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WN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599AA9D-563D-4A16-AAC5-4A3C886270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013" y="923665"/>
                  <a:ext cx="554567" cy="28283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7986F24D-24A7-4C6F-9F2F-E80D2E655FED}"/>
                    </a:ext>
                  </a:extLst>
                </p:cNvPr>
                <p:cNvSpPr txBox="1"/>
                <p:nvPr/>
              </p:nvSpPr>
              <p:spPr>
                <a:xfrm>
                  <a:off x="853013" y="3132666"/>
                  <a:ext cx="554567" cy="282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VN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7986F24D-24A7-4C6F-9F2F-E80D2E655F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013" y="3132666"/>
                  <a:ext cx="554567" cy="28283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723DCF1-6D89-4982-8413-A25827D4ACA0}"/>
                    </a:ext>
                  </a:extLst>
                </p:cNvPr>
                <p:cNvSpPr txBox="1"/>
                <p:nvPr/>
              </p:nvSpPr>
              <p:spPr>
                <a:xfrm>
                  <a:off x="1750071" y="2202751"/>
                  <a:ext cx="145874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2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723DCF1-6D89-4982-8413-A25827D4AC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0071" y="2202751"/>
                  <a:ext cx="145874" cy="184666"/>
                </a:xfrm>
                <a:prstGeom prst="rect">
                  <a:avLst/>
                </a:prstGeom>
                <a:blipFill>
                  <a:blip r:embed="rId5"/>
                  <a:stretch>
                    <a:fillRect l="-25000" r="-20833" b="-32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FAF7BF65-3F81-4C5C-A6E6-99121E29BEBB}"/>
                    </a:ext>
                  </a:extLst>
                </p:cNvPr>
                <p:cNvSpPr txBox="1"/>
                <p:nvPr/>
              </p:nvSpPr>
              <p:spPr>
                <a:xfrm>
                  <a:off x="1377537" y="1561242"/>
                  <a:ext cx="554567" cy="282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W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FAF7BF65-3F81-4C5C-A6E6-99121E29BE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537" y="1561242"/>
                  <a:ext cx="554567" cy="28283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D883B7D1-2CBF-4421-8FC2-AC0F94E48BD2}"/>
                    </a:ext>
                  </a:extLst>
                </p:cNvPr>
                <p:cNvSpPr txBox="1"/>
                <p:nvPr/>
              </p:nvSpPr>
              <p:spPr>
                <a:xfrm>
                  <a:off x="1932104" y="1857453"/>
                  <a:ext cx="554567" cy="282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D883B7D1-2CBF-4421-8FC2-AC0F94E48B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2104" y="1857453"/>
                  <a:ext cx="554567" cy="28283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9888DCB8-41F1-48B7-BD4D-9CDEE3B1BBED}"/>
                    </a:ext>
                  </a:extLst>
                </p:cNvPr>
                <p:cNvSpPr txBox="1"/>
                <p:nvPr/>
              </p:nvSpPr>
              <p:spPr>
                <a:xfrm>
                  <a:off x="1156787" y="2230823"/>
                  <a:ext cx="554567" cy="282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9888DCB8-41F1-48B7-BD4D-9CDEE3B1BB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6787" y="2230823"/>
                  <a:ext cx="554567" cy="28283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90E62E53-C87E-4F5C-8527-7893258AB4A8}"/>
              </a:ext>
            </a:extLst>
          </p:cNvPr>
          <p:cNvGrpSpPr/>
          <p:nvPr/>
        </p:nvGrpSpPr>
        <p:grpSpPr>
          <a:xfrm>
            <a:off x="4070950" y="841375"/>
            <a:ext cx="2736443" cy="2304791"/>
            <a:chOff x="832450" y="827875"/>
            <a:chExt cx="2736443" cy="2304791"/>
          </a:xfrm>
        </p:grpSpPr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897807EA-B11F-4533-ABDA-91179A0E2DE2}"/>
                </a:ext>
              </a:extLst>
            </p:cNvPr>
            <p:cNvGrpSpPr/>
            <p:nvPr/>
          </p:nvGrpSpPr>
          <p:grpSpPr>
            <a:xfrm>
              <a:off x="1130297" y="827875"/>
              <a:ext cx="2365378" cy="2304791"/>
              <a:chOff x="1130297" y="827875"/>
              <a:chExt cx="2365378" cy="2304791"/>
            </a:xfrm>
          </p:grpSpPr>
          <p:cxnSp>
            <p:nvCxnSpPr>
              <p:cNvPr id="119" name="直接箭头连接符 118">
                <a:extLst>
                  <a:ext uri="{FF2B5EF4-FFF2-40B4-BE49-F238E27FC236}">
                    <a16:creationId xmlns:a16="http://schemas.microsoft.com/office/drawing/2014/main" id="{5D235D87-63A3-4597-AD5E-489254DEF5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0070" y="2153667"/>
                <a:ext cx="112197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接箭头连接符 119">
                <a:extLst>
                  <a:ext uri="{FF2B5EF4-FFF2-40B4-BE49-F238E27FC236}">
                    <a16:creationId xmlns:a16="http://schemas.microsoft.com/office/drawing/2014/main" id="{D5031D33-E4D8-4950-8708-C6F008D0204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30300" y="1206500"/>
                <a:ext cx="619772" cy="94716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箭头连接符 120">
                <a:extLst>
                  <a:ext uri="{FF2B5EF4-FFF2-40B4-BE49-F238E27FC236}">
                    <a16:creationId xmlns:a16="http://schemas.microsoft.com/office/drawing/2014/main" id="{37B51A5D-B54C-4BF9-BB86-BC599357CC8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30297" y="2153667"/>
                <a:ext cx="619780" cy="97899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箭头连接符 121">
                <a:extLst>
                  <a:ext uri="{FF2B5EF4-FFF2-40B4-BE49-F238E27FC236}">
                    <a16:creationId xmlns:a16="http://schemas.microsoft.com/office/drawing/2014/main" id="{2F3451F8-E193-47B8-B001-0CA12A49288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56047" y="1192999"/>
                <a:ext cx="564904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箭头连接符 122">
                <a:extLst>
                  <a:ext uri="{FF2B5EF4-FFF2-40B4-BE49-F238E27FC236}">
                    <a16:creationId xmlns:a16="http://schemas.microsoft.com/office/drawing/2014/main" id="{442ED8E9-EB47-4034-B3E0-8117517F85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950" y="827875"/>
                <a:ext cx="974725" cy="36512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箭头连接符 123">
                <a:extLst>
                  <a:ext uri="{FF2B5EF4-FFF2-40B4-BE49-F238E27FC236}">
                    <a16:creationId xmlns:a16="http://schemas.microsoft.com/office/drawing/2014/main" id="{461575D4-374A-4D63-A152-57F39A1E53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78453" y="1187135"/>
                <a:ext cx="342492" cy="48619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箭头连接符 124">
                <a:extLst>
                  <a:ext uri="{FF2B5EF4-FFF2-40B4-BE49-F238E27FC236}">
                    <a16:creationId xmlns:a16="http://schemas.microsoft.com/office/drawing/2014/main" id="{2E815A49-7D91-462C-96AC-112335BE8F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30297" y="1192999"/>
                <a:ext cx="1390653" cy="135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箭头连接符 125">
                <a:extLst>
                  <a:ext uri="{FF2B5EF4-FFF2-40B4-BE49-F238E27FC236}">
                    <a16:creationId xmlns:a16="http://schemas.microsoft.com/office/drawing/2014/main" id="{C1453FD1-2B90-4D91-A29B-E2D533F990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0950" y="1192999"/>
                <a:ext cx="351092" cy="96066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接箭头连接符 126">
                <a:extLst>
                  <a:ext uri="{FF2B5EF4-FFF2-40B4-BE49-F238E27FC236}">
                    <a16:creationId xmlns:a16="http://schemas.microsoft.com/office/drawing/2014/main" id="{D738F338-0DE1-4E3E-8489-EB785DFCD0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30297" y="1192999"/>
                <a:ext cx="1390653" cy="193966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接箭头连接符 144">
                <a:extLst>
                  <a:ext uri="{FF2B5EF4-FFF2-40B4-BE49-F238E27FC236}">
                    <a16:creationId xmlns:a16="http://schemas.microsoft.com/office/drawing/2014/main" id="{366EE83A-0529-4106-9252-C0F400B300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0607" y="1209097"/>
                <a:ext cx="761390" cy="9512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A6A2E7D3-14C0-4038-9386-1B4C0856EDEC}"/>
                    </a:ext>
                  </a:extLst>
                </p:cNvPr>
                <p:cNvSpPr txBox="1"/>
                <p:nvPr/>
              </p:nvSpPr>
              <p:spPr>
                <a:xfrm>
                  <a:off x="1544853" y="2053708"/>
                  <a:ext cx="145874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2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A6A2E7D3-14C0-4038-9386-1B4C0856ED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4853" y="2053708"/>
                  <a:ext cx="145874" cy="184666"/>
                </a:xfrm>
                <a:prstGeom prst="rect">
                  <a:avLst/>
                </a:prstGeom>
                <a:blipFill>
                  <a:blip r:embed="rId5"/>
                  <a:stretch>
                    <a:fillRect l="-25000" r="-20833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0AAF8E42-1056-4DD9-8784-55E593DFBD91}"/>
                    </a:ext>
                  </a:extLst>
                </p:cNvPr>
                <p:cNvSpPr txBox="1"/>
                <p:nvPr/>
              </p:nvSpPr>
              <p:spPr>
                <a:xfrm>
                  <a:off x="1842524" y="904301"/>
                  <a:ext cx="347598" cy="282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W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0AAF8E42-1056-4DD9-8784-55E593DFBD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2524" y="904301"/>
                  <a:ext cx="347598" cy="28283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A69F352F-889D-4A27-AB03-9D2E44038D4D}"/>
                    </a:ext>
                  </a:extLst>
                </p:cNvPr>
                <p:cNvSpPr txBox="1"/>
                <p:nvPr/>
              </p:nvSpPr>
              <p:spPr>
                <a:xfrm>
                  <a:off x="3255255" y="869020"/>
                  <a:ext cx="313638" cy="282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A69F352F-889D-4A27-AB03-9D2E44038D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5255" y="869020"/>
                  <a:ext cx="313638" cy="28283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483F67A7-2576-4ED1-8752-78D7DE84AD23}"/>
                    </a:ext>
                  </a:extLst>
                </p:cNvPr>
                <p:cNvSpPr txBox="1"/>
                <p:nvPr/>
              </p:nvSpPr>
              <p:spPr>
                <a:xfrm>
                  <a:off x="2133375" y="1623916"/>
                  <a:ext cx="324604" cy="282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483F67A7-2576-4ED1-8752-78D7DE84AD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3375" y="1623916"/>
                  <a:ext cx="324604" cy="28283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F53FA643-B1AF-4F15-B10E-27204B1B8074}"/>
                    </a:ext>
                  </a:extLst>
                </p:cNvPr>
                <p:cNvSpPr txBox="1"/>
                <p:nvPr/>
              </p:nvSpPr>
              <p:spPr>
                <a:xfrm>
                  <a:off x="1360827" y="2723339"/>
                  <a:ext cx="440610" cy="2892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  <m:sSup>
                              <m:sSupPr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200" b="0" i="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  <m:sup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F53FA643-B1AF-4F15-B10E-27204B1B80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0827" y="2723339"/>
                  <a:ext cx="440610" cy="289246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53758103-2FD2-44AB-B532-E6CCBD082D3A}"/>
                    </a:ext>
                  </a:extLst>
                </p:cNvPr>
                <p:cNvSpPr txBox="1"/>
                <p:nvPr/>
              </p:nvSpPr>
              <p:spPr>
                <a:xfrm>
                  <a:off x="832450" y="2578990"/>
                  <a:ext cx="554567" cy="282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VN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53758103-2FD2-44AB-B532-E6CCBD082D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450" y="2578990"/>
                  <a:ext cx="554567" cy="28283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AA752B88-3BEB-4E64-8C25-8D8DE1FCE101}"/>
                    </a:ext>
                  </a:extLst>
                </p:cNvPr>
                <p:cNvSpPr txBox="1"/>
                <p:nvPr/>
              </p:nvSpPr>
              <p:spPr>
                <a:xfrm>
                  <a:off x="2734199" y="1627278"/>
                  <a:ext cx="440610" cy="2892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  <m:sSup>
                              <m:sSupPr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200" b="0" i="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  <m:sup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AA752B88-3BEB-4E64-8C25-8D8DE1FCE1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4199" y="1627278"/>
                  <a:ext cx="440610" cy="289246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0E708505-2A0B-47E5-A42D-D21C28E1FD92}"/>
                    </a:ext>
                  </a:extLst>
                </p:cNvPr>
                <p:cNvSpPr txBox="1"/>
                <p:nvPr/>
              </p:nvSpPr>
              <p:spPr>
                <a:xfrm>
                  <a:off x="2360656" y="2164800"/>
                  <a:ext cx="474407" cy="282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UN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0E708505-2A0B-47E5-A42D-D21C28E1FD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0656" y="2164800"/>
                  <a:ext cx="474407" cy="28283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9B025317-1D56-4388-9D6E-D552805F82D1}"/>
                    </a:ext>
                  </a:extLst>
                </p:cNvPr>
                <p:cNvSpPr txBox="1"/>
                <p:nvPr/>
              </p:nvSpPr>
              <p:spPr>
                <a:xfrm>
                  <a:off x="894342" y="1430142"/>
                  <a:ext cx="554567" cy="282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WN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9B025317-1D56-4388-9D6E-D552805F82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342" y="1430142"/>
                  <a:ext cx="554567" cy="28283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396CECC1-96F3-4309-AC8C-C1F4F2497ABC}"/>
                    </a:ext>
                  </a:extLst>
                </p:cNvPr>
                <p:cNvSpPr txBox="1"/>
                <p:nvPr/>
              </p:nvSpPr>
              <p:spPr>
                <a:xfrm>
                  <a:off x="1376509" y="886343"/>
                  <a:ext cx="440610" cy="2892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W</m:t>
                            </m:r>
                            <m:sSup>
                              <m:sSupPr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200" b="0" i="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  <m:sup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396CECC1-96F3-4309-AC8C-C1F4F2497A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6509" y="886343"/>
                  <a:ext cx="440610" cy="289246"/>
                </a:xfrm>
                <a:prstGeom prst="rect">
                  <a:avLst/>
                </a:prstGeom>
                <a:blipFill>
                  <a:blip r:embed="rId16"/>
                  <a:stretch>
                    <a:fillRect r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0FA529D0-ADD6-47FB-BE5F-EF92D94DF79F}"/>
                    </a:ext>
                  </a:extLst>
                </p:cNvPr>
                <p:cNvSpPr txBox="1"/>
                <p:nvPr/>
              </p:nvSpPr>
              <p:spPr>
                <a:xfrm>
                  <a:off x="2448008" y="971344"/>
                  <a:ext cx="145874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0FA529D0-ADD6-47FB-BE5F-EF92D94DF7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8008" y="971344"/>
                  <a:ext cx="145874" cy="184666"/>
                </a:xfrm>
                <a:prstGeom prst="rect">
                  <a:avLst/>
                </a:prstGeom>
                <a:blipFill>
                  <a:blip r:embed="rId17"/>
                  <a:stretch>
                    <a:fillRect l="-37500" r="-20833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B5EB7D42-6FD8-4884-9BFC-576DFDEE7EDB}"/>
                    </a:ext>
                  </a:extLst>
                </p:cNvPr>
                <p:cNvSpPr txBox="1"/>
                <p:nvPr/>
              </p:nvSpPr>
              <p:spPr>
                <a:xfrm>
                  <a:off x="1680261" y="1456014"/>
                  <a:ext cx="440610" cy="2892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sSup>
                              <m:sSupPr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200" b="0" i="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  <m:sup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B5EB7D42-6FD8-4884-9BFC-576DFDEE7E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0261" y="1456014"/>
                  <a:ext cx="440610" cy="289246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7CB19F85-CD6E-4823-9B55-33AAF2E5AAE4}"/>
              </a:ext>
            </a:extLst>
          </p:cNvPr>
          <p:cNvGrpSpPr/>
          <p:nvPr/>
        </p:nvGrpSpPr>
        <p:grpSpPr>
          <a:xfrm>
            <a:off x="7509358" y="1035787"/>
            <a:ext cx="2259460" cy="1926166"/>
            <a:chOff x="7361362" y="1238479"/>
            <a:chExt cx="2259460" cy="1926166"/>
          </a:xfrm>
        </p:grpSpPr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3B31C650-99E8-4923-BC99-C518B579F390}"/>
                </a:ext>
              </a:extLst>
            </p:cNvPr>
            <p:cNvGrpSpPr/>
            <p:nvPr/>
          </p:nvGrpSpPr>
          <p:grpSpPr>
            <a:xfrm>
              <a:off x="7361362" y="1238479"/>
              <a:ext cx="2259460" cy="1926166"/>
              <a:chOff x="612582" y="1206500"/>
              <a:chExt cx="2259460" cy="1926166"/>
            </a:xfrm>
          </p:grpSpPr>
          <p:grpSp>
            <p:nvGrpSpPr>
              <p:cNvPr id="100" name="组合 99">
                <a:extLst>
                  <a:ext uri="{FF2B5EF4-FFF2-40B4-BE49-F238E27FC236}">
                    <a16:creationId xmlns:a16="http://schemas.microsoft.com/office/drawing/2014/main" id="{07C7E966-7E88-402A-ABE6-9BF59EDEEDA6}"/>
                  </a:ext>
                </a:extLst>
              </p:cNvPr>
              <p:cNvGrpSpPr/>
              <p:nvPr/>
            </p:nvGrpSpPr>
            <p:grpSpPr>
              <a:xfrm>
                <a:off x="988111" y="1206500"/>
                <a:ext cx="1883931" cy="1926166"/>
                <a:chOff x="988111" y="1206500"/>
                <a:chExt cx="1883931" cy="1926166"/>
              </a:xfrm>
            </p:grpSpPr>
            <p:cxnSp>
              <p:nvCxnSpPr>
                <p:cNvPr id="134" name="直接箭头连接符 133">
                  <a:extLst>
                    <a:ext uri="{FF2B5EF4-FFF2-40B4-BE49-F238E27FC236}">
                      <a16:creationId xmlns:a16="http://schemas.microsoft.com/office/drawing/2014/main" id="{A443FC0B-16E4-4810-919C-2FAEB1CFD1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50070" y="2153667"/>
                  <a:ext cx="1121972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直接箭头连接符 134">
                  <a:extLst>
                    <a:ext uri="{FF2B5EF4-FFF2-40B4-BE49-F238E27FC236}">
                      <a16:creationId xmlns:a16="http://schemas.microsoft.com/office/drawing/2014/main" id="{36AA1A56-7FDF-438E-8726-0464952427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0300" y="1206500"/>
                  <a:ext cx="619772" cy="94716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直接箭头连接符 136">
                  <a:extLst>
                    <a:ext uri="{FF2B5EF4-FFF2-40B4-BE49-F238E27FC236}">
                      <a16:creationId xmlns:a16="http://schemas.microsoft.com/office/drawing/2014/main" id="{31C55C1F-8494-4168-964D-AFCC1F9100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30297" y="2153667"/>
                  <a:ext cx="619780" cy="97899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直接箭头连接符 138">
                  <a:extLst>
                    <a:ext uri="{FF2B5EF4-FFF2-40B4-BE49-F238E27FC236}">
                      <a16:creationId xmlns:a16="http://schemas.microsoft.com/office/drawing/2014/main" id="{B7895A19-9306-4471-937C-2E7D7B4903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7101" y="2064634"/>
                  <a:ext cx="52814" cy="42431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直接箭头连接符 140">
                  <a:extLst>
                    <a:ext uri="{FF2B5EF4-FFF2-40B4-BE49-F238E27FC236}">
                      <a16:creationId xmlns:a16="http://schemas.microsoft.com/office/drawing/2014/main" id="{362D5999-EBAB-4F4F-8333-2424703825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97641" y="1630979"/>
                  <a:ext cx="61227" cy="43524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直接箭头连接符 141">
                  <a:extLst>
                    <a:ext uri="{FF2B5EF4-FFF2-40B4-BE49-F238E27FC236}">
                      <a16:creationId xmlns:a16="http://schemas.microsoft.com/office/drawing/2014/main" id="{6B8A7379-0120-4BD2-A65D-0BBAC68D0D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97106" y="1206503"/>
                  <a:ext cx="133192" cy="85813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直接箭头连接符 142">
                  <a:extLst>
                    <a:ext uri="{FF2B5EF4-FFF2-40B4-BE49-F238E27FC236}">
                      <a16:creationId xmlns:a16="http://schemas.microsoft.com/office/drawing/2014/main" id="{AE510978-E989-4D4B-B00C-CE25D1954F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88113" y="2070499"/>
                  <a:ext cx="1883929" cy="8316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直接箭头连接符 143">
                  <a:extLst>
                    <a:ext uri="{FF2B5EF4-FFF2-40B4-BE49-F238E27FC236}">
                      <a16:creationId xmlns:a16="http://schemas.microsoft.com/office/drawing/2014/main" id="{DD0F1AAF-3863-43AE-9CA6-9B241F0B01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3334" y="2053708"/>
                  <a:ext cx="136964" cy="107895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直接箭头连接符 147">
                  <a:extLst>
                    <a:ext uri="{FF2B5EF4-FFF2-40B4-BE49-F238E27FC236}">
                      <a16:creationId xmlns:a16="http://schemas.microsoft.com/office/drawing/2014/main" id="{2D3DC6B9-B3DC-4EB3-8C31-A4E80F695A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88111" y="2066150"/>
                  <a:ext cx="752766" cy="8280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文本框 100">
                    <a:extLst>
                      <a:ext uri="{FF2B5EF4-FFF2-40B4-BE49-F238E27FC236}">
                        <a16:creationId xmlns:a16="http://schemas.microsoft.com/office/drawing/2014/main" id="{AA3678CA-1A18-42FB-A1C0-62D5108D0A2E}"/>
                      </a:ext>
                    </a:extLst>
                  </p:cNvPr>
                  <p:cNvSpPr txBox="1"/>
                  <p:nvPr/>
                </p:nvSpPr>
                <p:spPr>
                  <a:xfrm>
                    <a:off x="1740877" y="2208760"/>
                    <a:ext cx="145874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01" name="文本框 100">
                    <a:extLst>
                      <a:ext uri="{FF2B5EF4-FFF2-40B4-BE49-F238E27FC236}">
                        <a16:creationId xmlns:a16="http://schemas.microsoft.com/office/drawing/2014/main" id="{AA3678CA-1A18-42FB-A1C0-62D5108D0A2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40877" y="2208760"/>
                    <a:ext cx="145874" cy="18466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5000" r="-20833" b="-322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文本框 101">
                    <a:extLst>
                      <a:ext uri="{FF2B5EF4-FFF2-40B4-BE49-F238E27FC236}">
                        <a16:creationId xmlns:a16="http://schemas.microsoft.com/office/drawing/2014/main" id="{14CED450-1910-437F-A911-5EE8B979ACF9}"/>
                      </a:ext>
                    </a:extLst>
                  </p:cNvPr>
                  <p:cNvSpPr txBox="1"/>
                  <p:nvPr/>
                </p:nvSpPr>
                <p:spPr>
                  <a:xfrm>
                    <a:off x="1005953" y="1667929"/>
                    <a:ext cx="347598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02" name="文本框 101">
                    <a:extLst>
                      <a:ext uri="{FF2B5EF4-FFF2-40B4-BE49-F238E27FC236}">
                        <a16:creationId xmlns:a16="http://schemas.microsoft.com/office/drawing/2014/main" id="{14CED450-1910-437F-A911-5EE8B979AC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5953" y="1667929"/>
                    <a:ext cx="347598" cy="28283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文本框 103">
                    <a:extLst>
                      <a:ext uri="{FF2B5EF4-FFF2-40B4-BE49-F238E27FC236}">
                        <a16:creationId xmlns:a16="http://schemas.microsoft.com/office/drawing/2014/main" id="{67C2F44C-AEB0-4045-8EBC-ADC5FEDEBB9F}"/>
                      </a:ext>
                    </a:extLst>
                  </p:cNvPr>
                  <p:cNvSpPr txBox="1"/>
                  <p:nvPr/>
                </p:nvSpPr>
                <p:spPr>
                  <a:xfrm>
                    <a:off x="988113" y="2239867"/>
                    <a:ext cx="324604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04" name="文本框 103">
                    <a:extLst>
                      <a:ext uri="{FF2B5EF4-FFF2-40B4-BE49-F238E27FC236}">
                        <a16:creationId xmlns:a16="http://schemas.microsoft.com/office/drawing/2014/main" id="{67C2F44C-AEB0-4045-8EBC-ADC5FEDEBB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8113" y="2239867"/>
                    <a:ext cx="324604" cy="282834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C1086E43-499F-43AD-9F3A-17252217D4E8}"/>
                      </a:ext>
                    </a:extLst>
                  </p:cNvPr>
                  <p:cNvSpPr txBox="1"/>
                  <p:nvPr/>
                </p:nvSpPr>
                <p:spPr>
                  <a:xfrm>
                    <a:off x="651277" y="2766413"/>
                    <a:ext cx="440610" cy="2892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200" b="0" i="0" smtClean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C1086E43-499F-43AD-9F3A-17252217D4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1277" y="2766413"/>
                    <a:ext cx="440610" cy="289246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文本框 105">
                    <a:extLst>
                      <a:ext uri="{FF2B5EF4-FFF2-40B4-BE49-F238E27FC236}">
                        <a16:creationId xmlns:a16="http://schemas.microsoft.com/office/drawing/2014/main" id="{E56A9BC7-C5FC-4A5D-A17B-CA7B7CA952EB}"/>
                      </a:ext>
                    </a:extLst>
                  </p:cNvPr>
                  <p:cNvSpPr txBox="1"/>
                  <p:nvPr/>
                </p:nvSpPr>
                <p:spPr>
                  <a:xfrm>
                    <a:off x="1207118" y="2817853"/>
                    <a:ext cx="554567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VN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06" name="文本框 105">
                    <a:extLst>
                      <a:ext uri="{FF2B5EF4-FFF2-40B4-BE49-F238E27FC236}">
                        <a16:creationId xmlns:a16="http://schemas.microsoft.com/office/drawing/2014/main" id="{E56A9BC7-C5FC-4A5D-A17B-CA7B7CA952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07118" y="2817853"/>
                    <a:ext cx="554567" cy="28283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文本框 127">
                    <a:extLst>
                      <a:ext uri="{FF2B5EF4-FFF2-40B4-BE49-F238E27FC236}">
                        <a16:creationId xmlns:a16="http://schemas.microsoft.com/office/drawing/2014/main" id="{F004F26A-621C-4713-8228-84ED89DF8E46}"/>
                      </a:ext>
                    </a:extLst>
                  </p:cNvPr>
                  <p:cNvSpPr txBox="1"/>
                  <p:nvPr/>
                </p:nvSpPr>
                <p:spPr>
                  <a:xfrm>
                    <a:off x="2159357" y="1826454"/>
                    <a:ext cx="440610" cy="2892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200" b="0" i="0" smtClean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28" name="文本框 127">
                    <a:extLst>
                      <a:ext uri="{FF2B5EF4-FFF2-40B4-BE49-F238E27FC236}">
                        <a16:creationId xmlns:a16="http://schemas.microsoft.com/office/drawing/2014/main" id="{F004F26A-621C-4713-8228-84ED89DF8E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59357" y="1826454"/>
                    <a:ext cx="440610" cy="289246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9" name="文本框 128">
                    <a:extLst>
                      <a:ext uri="{FF2B5EF4-FFF2-40B4-BE49-F238E27FC236}">
                        <a16:creationId xmlns:a16="http://schemas.microsoft.com/office/drawing/2014/main" id="{04CD6F2B-87DB-41BB-8324-6E1EC32FC0C3}"/>
                      </a:ext>
                    </a:extLst>
                  </p:cNvPr>
                  <p:cNvSpPr txBox="1"/>
                  <p:nvPr/>
                </p:nvSpPr>
                <p:spPr>
                  <a:xfrm>
                    <a:off x="2360656" y="2164800"/>
                    <a:ext cx="474407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UN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29" name="文本框 128">
                    <a:extLst>
                      <a:ext uri="{FF2B5EF4-FFF2-40B4-BE49-F238E27FC236}">
                        <a16:creationId xmlns:a16="http://schemas.microsoft.com/office/drawing/2014/main" id="{04CD6F2B-87DB-41BB-8324-6E1EC32FC0C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60656" y="2164800"/>
                    <a:ext cx="474407" cy="282834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0" name="文本框 129">
                    <a:extLst>
                      <a:ext uri="{FF2B5EF4-FFF2-40B4-BE49-F238E27FC236}">
                        <a16:creationId xmlns:a16="http://schemas.microsoft.com/office/drawing/2014/main" id="{444FC024-6734-4295-A676-8818A0F01016}"/>
                      </a:ext>
                    </a:extLst>
                  </p:cNvPr>
                  <p:cNvSpPr txBox="1"/>
                  <p:nvPr/>
                </p:nvSpPr>
                <p:spPr>
                  <a:xfrm>
                    <a:off x="1237538" y="1270246"/>
                    <a:ext cx="554567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WN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30" name="文本框 129">
                    <a:extLst>
                      <a:ext uri="{FF2B5EF4-FFF2-40B4-BE49-F238E27FC236}">
                        <a16:creationId xmlns:a16="http://schemas.microsoft.com/office/drawing/2014/main" id="{444FC024-6734-4295-A676-8818A0F010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37538" y="1270246"/>
                    <a:ext cx="554567" cy="282834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文本框 130">
                    <a:extLst>
                      <a:ext uri="{FF2B5EF4-FFF2-40B4-BE49-F238E27FC236}">
                        <a16:creationId xmlns:a16="http://schemas.microsoft.com/office/drawing/2014/main" id="{A253A554-9363-4B71-B6DE-18618ABD42D4}"/>
                      </a:ext>
                    </a:extLst>
                  </p:cNvPr>
                  <p:cNvSpPr txBox="1"/>
                  <p:nvPr/>
                </p:nvSpPr>
                <p:spPr>
                  <a:xfrm>
                    <a:off x="612582" y="1228597"/>
                    <a:ext cx="440610" cy="2892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200" b="0" i="0" smtClean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31" name="文本框 130">
                    <a:extLst>
                      <a:ext uri="{FF2B5EF4-FFF2-40B4-BE49-F238E27FC236}">
                        <a16:creationId xmlns:a16="http://schemas.microsoft.com/office/drawing/2014/main" id="{A253A554-9363-4B71-B6DE-18618ABD42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2582" y="1228597"/>
                    <a:ext cx="440610" cy="289246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r="-555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3" name="文本框 132">
                    <a:extLst>
                      <a:ext uri="{FF2B5EF4-FFF2-40B4-BE49-F238E27FC236}">
                        <a16:creationId xmlns:a16="http://schemas.microsoft.com/office/drawing/2014/main" id="{A3AE1E89-4075-477A-9EF9-97E3C8DE9ED2}"/>
                      </a:ext>
                    </a:extLst>
                  </p:cNvPr>
                  <p:cNvSpPr txBox="1"/>
                  <p:nvPr/>
                </p:nvSpPr>
                <p:spPr>
                  <a:xfrm>
                    <a:off x="792110" y="1987112"/>
                    <a:ext cx="145874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33" name="文本框 132">
                    <a:extLst>
                      <a:ext uri="{FF2B5EF4-FFF2-40B4-BE49-F238E27FC236}">
                        <a16:creationId xmlns:a16="http://schemas.microsoft.com/office/drawing/2014/main" id="{A3AE1E89-4075-477A-9EF9-97E3C8DE9E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2110" y="1987112"/>
                    <a:ext cx="145874" cy="184666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37500" r="-25000" b="-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C389AC3D-DE69-4410-A7A4-85B2E3F50D66}"/>
                    </a:ext>
                  </a:extLst>
                </p:cNvPr>
                <p:cNvSpPr txBox="1"/>
                <p:nvPr/>
              </p:nvSpPr>
              <p:spPr>
                <a:xfrm>
                  <a:off x="7875744" y="2112349"/>
                  <a:ext cx="440610" cy="2892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sSup>
                              <m:sSupPr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200" b="0" i="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  <m:sup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C389AC3D-DE69-4410-A7A4-85B2E3F50D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5744" y="2112349"/>
                  <a:ext cx="440610" cy="289246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21248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D87C009-39BB-44E3-939D-1A4EC19ADFD3}"/>
              </a:ext>
            </a:extLst>
          </p:cNvPr>
          <p:cNvGrpSpPr/>
          <p:nvPr/>
        </p:nvGrpSpPr>
        <p:grpSpPr>
          <a:xfrm>
            <a:off x="968837" y="937165"/>
            <a:ext cx="2493436" cy="2491835"/>
            <a:chOff x="853013" y="923665"/>
            <a:chExt cx="2493436" cy="2491835"/>
          </a:xfrm>
        </p:grpSpPr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2F6A7B4A-81BE-443C-ACE0-169C96F22F57}"/>
                </a:ext>
              </a:extLst>
            </p:cNvPr>
            <p:cNvCxnSpPr>
              <a:cxnSpLocks/>
            </p:cNvCxnSpPr>
            <p:nvPr/>
          </p:nvCxnSpPr>
          <p:spPr>
            <a:xfrm>
              <a:off x="1750070" y="2153665"/>
              <a:ext cx="112197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CC2E1B85-2083-41AD-9559-81CB456424AC}"/>
                </a:ext>
              </a:extLst>
            </p:cNvPr>
            <p:cNvGrpSpPr/>
            <p:nvPr/>
          </p:nvGrpSpPr>
          <p:grpSpPr>
            <a:xfrm>
              <a:off x="853013" y="923665"/>
              <a:ext cx="2493436" cy="2491835"/>
              <a:chOff x="853013" y="923665"/>
              <a:chExt cx="2493436" cy="2491835"/>
            </a:xfrm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6B32816E-EF78-4B98-BF86-56A6397D841B}"/>
                  </a:ext>
                </a:extLst>
              </p:cNvPr>
              <p:cNvGrpSpPr/>
              <p:nvPr/>
            </p:nvGrpSpPr>
            <p:grpSpPr>
              <a:xfrm>
                <a:off x="1130297" y="1206500"/>
                <a:ext cx="1313818" cy="1926166"/>
                <a:chOff x="1130297" y="1206500"/>
                <a:chExt cx="1313818" cy="1926166"/>
              </a:xfrm>
            </p:grpSpPr>
            <p:cxnSp>
              <p:nvCxnSpPr>
                <p:cNvPr id="7" name="直接箭头连接符 6">
                  <a:extLst>
                    <a:ext uri="{FF2B5EF4-FFF2-40B4-BE49-F238E27FC236}">
                      <a16:creationId xmlns:a16="http://schemas.microsoft.com/office/drawing/2014/main" id="{EF18F370-0C71-4E8F-87D1-40EB5EE5A1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0300" y="1206500"/>
                  <a:ext cx="619772" cy="94716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箭头连接符 12">
                  <a:extLst>
                    <a:ext uri="{FF2B5EF4-FFF2-40B4-BE49-F238E27FC236}">
                      <a16:creationId xmlns:a16="http://schemas.microsoft.com/office/drawing/2014/main" id="{35694498-4294-4F2F-BCAA-C6625C36FC39}"/>
                    </a:ext>
                  </a:extLst>
                </p:cNvPr>
                <p:cNvCxnSpPr>
                  <a:cxnSpLocks/>
                  <a:endCxn id="24" idx="0"/>
                </p:cNvCxnSpPr>
                <p:nvPr/>
              </p:nvCxnSpPr>
              <p:spPr>
                <a:xfrm flipH="1">
                  <a:off x="1130297" y="2153667"/>
                  <a:ext cx="619780" cy="97899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箭头连接符 27">
                  <a:extLst>
                    <a:ext uri="{FF2B5EF4-FFF2-40B4-BE49-F238E27FC236}">
                      <a16:creationId xmlns:a16="http://schemas.microsoft.com/office/drawing/2014/main" id="{A85469E3-6886-4968-8E4E-361D951EC4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384537" y="1598295"/>
                  <a:ext cx="365535" cy="55537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箭头连接符 34">
                  <a:extLst>
                    <a:ext uri="{FF2B5EF4-FFF2-40B4-BE49-F238E27FC236}">
                      <a16:creationId xmlns:a16="http://schemas.microsoft.com/office/drawing/2014/main" id="{00B719F0-17DF-437C-AAC1-5A10DDED96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50070" y="2149165"/>
                  <a:ext cx="694045" cy="450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箭头连接符 38">
                  <a:extLst>
                    <a:ext uri="{FF2B5EF4-FFF2-40B4-BE49-F238E27FC236}">
                      <a16:creationId xmlns:a16="http://schemas.microsoft.com/office/drawing/2014/main" id="{C66FBA50-0530-4967-B966-36C1B26EE5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90960" y="2149168"/>
                  <a:ext cx="365535" cy="57371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直接箭头连接符 207">
                  <a:extLst>
                    <a:ext uri="{FF2B5EF4-FFF2-40B4-BE49-F238E27FC236}">
                      <a16:creationId xmlns:a16="http://schemas.microsoft.com/office/drawing/2014/main" id="{6AD21825-8503-42B6-B1C5-D377395933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90961" y="1598294"/>
                  <a:ext cx="1" cy="112240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直接箭头连接符 208">
                  <a:extLst>
                    <a:ext uri="{FF2B5EF4-FFF2-40B4-BE49-F238E27FC236}">
                      <a16:creationId xmlns:a16="http://schemas.microsoft.com/office/drawing/2014/main" id="{CED35669-0C58-447F-AC75-BCF67D4173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97386" y="2149162"/>
                  <a:ext cx="1046729" cy="57153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直接箭头连接符 209">
                  <a:extLst>
                    <a:ext uri="{FF2B5EF4-FFF2-40B4-BE49-F238E27FC236}">
                      <a16:creationId xmlns:a16="http://schemas.microsoft.com/office/drawing/2014/main" id="{1F24B0F8-F679-4E2C-9557-AFFF742C99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384532" y="1598294"/>
                  <a:ext cx="1050970" cy="55086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1155AE98-819C-4C59-8F57-BB5A22700988}"/>
                      </a:ext>
                    </a:extLst>
                  </p:cNvPr>
                  <p:cNvSpPr txBox="1"/>
                  <p:nvPr/>
                </p:nvSpPr>
                <p:spPr>
                  <a:xfrm>
                    <a:off x="2872042" y="2012250"/>
                    <a:ext cx="474407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UN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1155AE98-819C-4C59-8F57-BB5A227009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72042" y="2012250"/>
                    <a:ext cx="474407" cy="28283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B599AA9D-563D-4A16-AAC5-4A3C88627077}"/>
                      </a:ext>
                    </a:extLst>
                  </p:cNvPr>
                  <p:cNvSpPr txBox="1"/>
                  <p:nvPr/>
                </p:nvSpPr>
                <p:spPr>
                  <a:xfrm>
                    <a:off x="853013" y="923665"/>
                    <a:ext cx="554567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WN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B599AA9D-563D-4A16-AAC5-4A3C886270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3013" y="923665"/>
                    <a:ext cx="554567" cy="28283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7986F24D-24A7-4C6F-9F2F-E80D2E655FED}"/>
                      </a:ext>
                    </a:extLst>
                  </p:cNvPr>
                  <p:cNvSpPr txBox="1"/>
                  <p:nvPr/>
                </p:nvSpPr>
                <p:spPr>
                  <a:xfrm>
                    <a:off x="853013" y="3132666"/>
                    <a:ext cx="554567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VN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7986F24D-24A7-4C6F-9F2F-E80D2E655F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3013" y="3132666"/>
                    <a:ext cx="554567" cy="28283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C723DCF1-6D89-4982-8413-A25827D4ACA0}"/>
                      </a:ext>
                    </a:extLst>
                  </p:cNvPr>
                  <p:cNvSpPr txBox="1"/>
                  <p:nvPr/>
                </p:nvSpPr>
                <p:spPr>
                  <a:xfrm>
                    <a:off x="1750071" y="2202751"/>
                    <a:ext cx="145874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C723DCF1-6D89-4982-8413-A25827D4ACA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0071" y="2202751"/>
                    <a:ext cx="145874" cy="18466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5000" r="-20833" b="-322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FAF7BF65-3F81-4C5C-A6E6-99121E29BEBB}"/>
                      </a:ext>
                    </a:extLst>
                  </p:cNvPr>
                  <p:cNvSpPr txBox="1"/>
                  <p:nvPr/>
                </p:nvSpPr>
                <p:spPr>
                  <a:xfrm>
                    <a:off x="1058362" y="1999443"/>
                    <a:ext cx="327058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FAF7BF65-3F81-4C5C-A6E6-99121E29BE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8362" y="1999443"/>
                    <a:ext cx="327058" cy="28283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D883B7D1-2CBF-4421-8FC2-AC0F94E48BD2}"/>
                      </a:ext>
                    </a:extLst>
                  </p:cNvPr>
                  <p:cNvSpPr txBox="1"/>
                  <p:nvPr/>
                </p:nvSpPr>
                <p:spPr>
                  <a:xfrm>
                    <a:off x="1840973" y="1615567"/>
                    <a:ext cx="303096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D883B7D1-2CBF-4421-8FC2-AC0F94E48B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40973" y="1615567"/>
                    <a:ext cx="303096" cy="28283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3" name="文本框 42">
                    <a:extLst>
                      <a:ext uri="{FF2B5EF4-FFF2-40B4-BE49-F238E27FC236}">
                        <a16:creationId xmlns:a16="http://schemas.microsoft.com/office/drawing/2014/main" id="{9888DCB8-41F1-48B7-BD4D-9CDEE3B1BBED}"/>
                      </a:ext>
                    </a:extLst>
                  </p:cNvPr>
                  <p:cNvSpPr txBox="1"/>
                  <p:nvPr/>
                </p:nvSpPr>
                <p:spPr>
                  <a:xfrm>
                    <a:off x="1879499" y="2451500"/>
                    <a:ext cx="296093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43" name="文本框 42">
                    <a:extLst>
                      <a:ext uri="{FF2B5EF4-FFF2-40B4-BE49-F238E27FC236}">
                        <a16:creationId xmlns:a16="http://schemas.microsoft.com/office/drawing/2014/main" id="{9888DCB8-41F1-48B7-BD4D-9CDEE3B1BB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79499" y="2451500"/>
                    <a:ext cx="296093" cy="28283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092946A8-313E-4141-A340-2C75D72CD734}"/>
                      </a:ext>
                    </a:extLst>
                  </p:cNvPr>
                  <p:cNvSpPr txBox="1"/>
                  <p:nvPr/>
                </p:nvSpPr>
                <p:spPr>
                  <a:xfrm>
                    <a:off x="1286903" y="1364804"/>
                    <a:ext cx="554567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WU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092946A8-313E-4141-A340-2C75D72CD7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86903" y="1364804"/>
                    <a:ext cx="554567" cy="28283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4" name="文本框 83">
                    <a:extLst>
                      <a:ext uri="{FF2B5EF4-FFF2-40B4-BE49-F238E27FC236}">
                        <a16:creationId xmlns:a16="http://schemas.microsoft.com/office/drawing/2014/main" id="{6C530F48-B21A-4B94-80B2-6FA97FBF57AE}"/>
                      </a:ext>
                    </a:extLst>
                  </p:cNvPr>
                  <p:cNvSpPr txBox="1"/>
                  <p:nvPr/>
                </p:nvSpPr>
                <p:spPr>
                  <a:xfrm>
                    <a:off x="1302106" y="2722880"/>
                    <a:ext cx="421338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VW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84" name="文本框 83">
                    <a:extLst>
                      <a:ext uri="{FF2B5EF4-FFF2-40B4-BE49-F238E27FC236}">
                        <a16:creationId xmlns:a16="http://schemas.microsoft.com/office/drawing/2014/main" id="{6C530F48-B21A-4B94-80B2-6FA97FBF57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02106" y="2722880"/>
                    <a:ext cx="421338" cy="28283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5" name="文本框 84">
                    <a:extLst>
                      <a:ext uri="{FF2B5EF4-FFF2-40B4-BE49-F238E27FC236}">
                        <a16:creationId xmlns:a16="http://schemas.microsoft.com/office/drawing/2014/main" id="{E6D51B52-9B4E-4625-9DEF-EDE3EF536323}"/>
                      </a:ext>
                    </a:extLst>
                  </p:cNvPr>
                  <p:cNvSpPr txBox="1"/>
                  <p:nvPr/>
                </p:nvSpPr>
                <p:spPr>
                  <a:xfrm>
                    <a:off x="2304518" y="2161167"/>
                    <a:ext cx="385770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UV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85" name="文本框 84">
                    <a:extLst>
                      <a:ext uri="{FF2B5EF4-FFF2-40B4-BE49-F238E27FC236}">
                        <a16:creationId xmlns:a16="http://schemas.microsoft.com/office/drawing/2014/main" id="{E6D51B52-9B4E-4625-9DEF-EDE3EF5363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04518" y="2161167"/>
                    <a:ext cx="385770" cy="28283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724A4031-1617-4039-9EC5-51D769DDABEC}"/>
              </a:ext>
            </a:extLst>
          </p:cNvPr>
          <p:cNvGrpSpPr/>
          <p:nvPr/>
        </p:nvGrpSpPr>
        <p:grpSpPr>
          <a:xfrm>
            <a:off x="4498421" y="610319"/>
            <a:ext cx="2493436" cy="2818681"/>
            <a:chOff x="853013" y="596819"/>
            <a:chExt cx="2493436" cy="2818681"/>
          </a:xfrm>
        </p:grpSpPr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644F6406-0535-4B51-B6BB-A7FC22B17278}"/>
                </a:ext>
              </a:extLst>
            </p:cNvPr>
            <p:cNvCxnSpPr>
              <a:cxnSpLocks/>
            </p:cNvCxnSpPr>
            <p:nvPr/>
          </p:nvCxnSpPr>
          <p:spPr>
            <a:xfrm>
              <a:off x="1750070" y="2153665"/>
              <a:ext cx="112197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4" name="组合 143">
              <a:extLst>
                <a:ext uri="{FF2B5EF4-FFF2-40B4-BE49-F238E27FC236}">
                  <a16:creationId xmlns:a16="http://schemas.microsoft.com/office/drawing/2014/main" id="{7B23D7E0-1EC4-4D3F-83EB-A0DB4E5A85C5}"/>
                </a:ext>
              </a:extLst>
            </p:cNvPr>
            <p:cNvGrpSpPr/>
            <p:nvPr/>
          </p:nvGrpSpPr>
          <p:grpSpPr>
            <a:xfrm>
              <a:off x="853013" y="596819"/>
              <a:ext cx="2493436" cy="2818681"/>
              <a:chOff x="853013" y="596819"/>
              <a:chExt cx="2493436" cy="2818681"/>
            </a:xfrm>
          </p:grpSpPr>
          <p:grpSp>
            <p:nvGrpSpPr>
              <p:cNvPr id="145" name="组合 144">
                <a:extLst>
                  <a:ext uri="{FF2B5EF4-FFF2-40B4-BE49-F238E27FC236}">
                    <a16:creationId xmlns:a16="http://schemas.microsoft.com/office/drawing/2014/main" id="{61C50B78-442D-4B13-83C0-32FDE269C858}"/>
                  </a:ext>
                </a:extLst>
              </p:cNvPr>
              <p:cNvGrpSpPr/>
              <p:nvPr/>
            </p:nvGrpSpPr>
            <p:grpSpPr>
              <a:xfrm>
                <a:off x="1130297" y="736308"/>
                <a:ext cx="626198" cy="2396358"/>
                <a:chOff x="1130297" y="736308"/>
                <a:chExt cx="626198" cy="2396358"/>
              </a:xfrm>
            </p:grpSpPr>
            <p:cxnSp>
              <p:nvCxnSpPr>
                <p:cNvPr id="158" name="直接箭头连接符 157">
                  <a:extLst>
                    <a:ext uri="{FF2B5EF4-FFF2-40B4-BE49-F238E27FC236}">
                      <a16:creationId xmlns:a16="http://schemas.microsoft.com/office/drawing/2014/main" id="{75226AAA-E863-4CDC-80F5-86F9DAF121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0300" y="1206500"/>
                  <a:ext cx="619772" cy="94716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直接箭头连接符 158">
                  <a:extLst>
                    <a:ext uri="{FF2B5EF4-FFF2-40B4-BE49-F238E27FC236}">
                      <a16:creationId xmlns:a16="http://schemas.microsoft.com/office/drawing/2014/main" id="{60E7B6C6-8E53-429F-9C13-841E0F440EC4}"/>
                    </a:ext>
                  </a:extLst>
                </p:cNvPr>
                <p:cNvCxnSpPr>
                  <a:cxnSpLocks/>
                  <a:endCxn id="149" idx="0"/>
                </p:cNvCxnSpPr>
                <p:nvPr/>
              </p:nvCxnSpPr>
              <p:spPr>
                <a:xfrm flipH="1">
                  <a:off x="1130297" y="2153667"/>
                  <a:ext cx="619780" cy="97899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直接箭头连接符 159">
                  <a:extLst>
                    <a:ext uri="{FF2B5EF4-FFF2-40B4-BE49-F238E27FC236}">
                      <a16:creationId xmlns:a16="http://schemas.microsoft.com/office/drawing/2014/main" id="{EEF30AB7-C620-40DC-B848-DA0E0A42C2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384537" y="1598295"/>
                  <a:ext cx="365535" cy="55537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直接箭头连接符 160">
                  <a:extLst>
                    <a:ext uri="{FF2B5EF4-FFF2-40B4-BE49-F238E27FC236}">
                      <a16:creationId xmlns:a16="http://schemas.microsoft.com/office/drawing/2014/main" id="{5ECFA307-555D-4C3F-954A-A660759239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750070" y="736308"/>
                  <a:ext cx="1" cy="141736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直接箭头连接符 162">
                  <a:extLst>
                    <a:ext uri="{FF2B5EF4-FFF2-40B4-BE49-F238E27FC236}">
                      <a16:creationId xmlns:a16="http://schemas.microsoft.com/office/drawing/2014/main" id="{9A693169-3D4E-40B7-A777-936F0B30C6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90960" y="2149168"/>
                  <a:ext cx="365535" cy="57371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直接箭头连接符 210">
                  <a:extLst>
                    <a:ext uri="{FF2B5EF4-FFF2-40B4-BE49-F238E27FC236}">
                      <a16:creationId xmlns:a16="http://schemas.microsoft.com/office/drawing/2014/main" id="{DA1DFB48-1052-4FD5-A5F9-201A8536F886}"/>
                    </a:ext>
                  </a:extLst>
                </p:cNvPr>
                <p:cNvCxnSpPr>
                  <a:cxnSpLocks/>
                  <a:stCxn id="157" idx="1"/>
                </p:cNvCxnSpPr>
                <p:nvPr/>
              </p:nvCxnSpPr>
              <p:spPr>
                <a:xfrm flipH="1">
                  <a:off x="1388190" y="738236"/>
                  <a:ext cx="361874" cy="85566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直接箭头连接符 211">
                  <a:extLst>
                    <a:ext uri="{FF2B5EF4-FFF2-40B4-BE49-F238E27FC236}">
                      <a16:creationId xmlns:a16="http://schemas.microsoft.com/office/drawing/2014/main" id="{BFAC18DF-3F03-4B5E-9FEC-6B2AF8E05D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86368" y="1593904"/>
                  <a:ext cx="1816" cy="112679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直接箭头连接符 212">
                  <a:extLst>
                    <a:ext uri="{FF2B5EF4-FFF2-40B4-BE49-F238E27FC236}">
                      <a16:creationId xmlns:a16="http://schemas.microsoft.com/office/drawing/2014/main" id="{487D7859-EBBE-4943-9FDB-8861E3F24524}"/>
                    </a:ext>
                  </a:extLst>
                </p:cNvPr>
                <p:cNvCxnSpPr>
                  <a:cxnSpLocks/>
                  <a:endCxn id="157" idx="1"/>
                </p:cNvCxnSpPr>
                <p:nvPr/>
              </p:nvCxnSpPr>
              <p:spPr>
                <a:xfrm flipV="1">
                  <a:off x="1398820" y="738236"/>
                  <a:ext cx="351244" cy="198246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6" name="文本框 145">
                    <a:extLst>
                      <a:ext uri="{FF2B5EF4-FFF2-40B4-BE49-F238E27FC236}">
                        <a16:creationId xmlns:a16="http://schemas.microsoft.com/office/drawing/2014/main" id="{3F1060FE-6566-47EA-BA0E-4F157ADAF4CD}"/>
                      </a:ext>
                    </a:extLst>
                  </p:cNvPr>
                  <p:cNvSpPr txBox="1"/>
                  <p:nvPr/>
                </p:nvSpPr>
                <p:spPr>
                  <a:xfrm>
                    <a:off x="2872042" y="2012250"/>
                    <a:ext cx="474407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UN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1155AE98-819C-4C59-8F57-BB5A227009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72042" y="2012250"/>
                    <a:ext cx="474407" cy="28283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8" name="文本框 147">
                    <a:extLst>
                      <a:ext uri="{FF2B5EF4-FFF2-40B4-BE49-F238E27FC236}">
                        <a16:creationId xmlns:a16="http://schemas.microsoft.com/office/drawing/2014/main" id="{161CE873-BF1E-43D2-BC82-3F5DC4FC42F0}"/>
                      </a:ext>
                    </a:extLst>
                  </p:cNvPr>
                  <p:cNvSpPr txBox="1"/>
                  <p:nvPr/>
                </p:nvSpPr>
                <p:spPr>
                  <a:xfrm>
                    <a:off x="853013" y="923665"/>
                    <a:ext cx="554567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WN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B599AA9D-563D-4A16-AAC5-4A3C886270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3013" y="923665"/>
                    <a:ext cx="554567" cy="28283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9" name="文本框 148">
                    <a:extLst>
                      <a:ext uri="{FF2B5EF4-FFF2-40B4-BE49-F238E27FC236}">
                        <a16:creationId xmlns:a16="http://schemas.microsoft.com/office/drawing/2014/main" id="{566F6894-CA20-4C58-8A64-524F4B4F3C72}"/>
                      </a:ext>
                    </a:extLst>
                  </p:cNvPr>
                  <p:cNvSpPr txBox="1"/>
                  <p:nvPr/>
                </p:nvSpPr>
                <p:spPr>
                  <a:xfrm>
                    <a:off x="853013" y="3132666"/>
                    <a:ext cx="554567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VN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7986F24D-24A7-4C6F-9F2F-E80D2E655F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3013" y="3132666"/>
                    <a:ext cx="554567" cy="28283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0" name="文本框 149">
                    <a:extLst>
                      <a:ext uri="{FF2B5EF4-FFF2-40B4-BE49-F238E27FC236}">
                        <a16:creationId xmlns:a16="http://schemas.microsoft.com/office/drawing/2014/main" id="{BA383DCF-F9AE-48F2-B2DA-94D2AFB737BA}"/>
                      </a:ext>
                    </a:extLst>
                  </p:cNvPr>
                  <p:cNvSpPr txBox="1"/>
                  <p:nvPr/>
                </p:nvSpPr>
                <p:spPr>
                  <a:xfrm>
                    <a:off x="1750071" y="2202751"/>
                    <a:ext cx="145874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C723DCF1-6D89-4982-8413-A25827D4ACA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0071" y="2202751"/>
                    <a:ext cx="145874" cy="18466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5000" r="-20833" b="-322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1" name="文本框 150">
                    <a:extLst>
                      <a:ext uri="{FF2B5EF4-FFF2-40B4-BE49-F238E27FC236}">
                        <a16:creationId xmlns:a16="http://schemas.microsoft.com/office/drawing/2014/main" id="{93933D04-8266-45D0-81FA-DE4BBC7D9375}"/>
                      </a:ext>
                    </a:extLst>
                  </p:cNvPr>
                  <p:cNvSpPr txBox="1"/>
                  <p:nvPr/>
                </p:nvSpPr>
                <p:spPr>
                  <a:xfrm>
                    <a:off x="1058362" y="1999443"/>
                    <a:ext cx="327058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151" name="文本框 150">
                    <a:extLst>
                      <a:ext uri="{FF2B5EF4-FFF2-40B4-BE49-F238E27FC236}">
                        <a16:creationId xmlns:a16="http://schemas.microsoft.com/office/drawing/2014/main" id="{93933D04-8266-45D0-81FA-DE4BBC7D93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8362" y="1999443"/>
                    <a:ext cx="327058" cy="28283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2" name="文本框 151">
                    <a:extLst>
                      <a:ext uri="{FF2B5EF4-FFF2-40B4-BE49-F238E27FC236}">
                        <a16:creationId xmlns:a16="http://schemas.microsoft.com/office/drawing/2014/main" id="{B6910D54-50EA-49B9-AA67-980C1DAD8915}"/>
                      </a:ext>
                    </a:extLst>
                  </p:cNvPr>
                  <p:cNvSpPr txBox="1"/>
                  <p:nvPr/>
                </p:nvSpPr>
                <p:spPr>
                  <a:xfrm>
                    <a:off x="1321244" y="984525"/>
                    <a:ext cx="303096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152" name="文本框 151">
                    <a:extLst>
                      <a:ext uri="{FF2B5EF4-FFF2-40B4-BE49-F238E27FC236}">
                        <a16:creationId xmlns:a16="http://schemas.microsoft.com/office/drawing/2014/main" id="{B6910D54-50EA-49B9-AA67-980C1DAD891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21244" y="984525"/>
                    <a:ext cx="303096" cy="28283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3" name="文本框 152">
                    <a:extLst>
                      <a:ext uri="{FF2B5EF4-FFF2-40B4-BE49-F238E27FC236}">
                        <a16:creationId xmlns:a16="http://schemas.microsoft.com/office/drawing/2014/main" id="{A0D5AA63-28D9-4DF2-9B37-EC9B84AD9DF3}"/>
                      </a:ext>
                    </a:extLst>
                  </p:cNvPr>
                  <p:cNvSpPr txBox="1"/>
                  <p:nvPr/>
                </p:nvSpPr>
                <p:spPr>
                  <a:xfrm>
                    <a:off x="1448638" y="1500736"/>
                    <a:ext cx="296093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153" name="文本框 152">
                    <a:extLst>
                      <a:ext uri="{FF2B5EF4-FFF2-40B4-BE49-F238E27FC236}">
                        <a16:creationId xmlns:a16="http://schemas.microsoft.com/office/drawing/2014/main" id="{A0D5AA63-28D9-4DF2-9B37-EC9B84AD9D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638" y="1500736"/>
                    <a:ext cx="296093" cy="28283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4" name="文本框 153">
                    <a:extLst>
                      <a:ext uri="{FF2B5EF4-FFF2-40B4-BE49-F238E27FC236}">
                        <a16:creationId xmlns:a16="http://schemas.microsoft.com/office/drawing/2014/main" id="{787D3E8C-1E64-42C1-980B-5509B287F1F2}"/>
                      </a:ext>
                    </a:extLst>
                  </p:cNvPr>
                  <p:cNvSpPr txBox="1"/>
                  <p:nvPr/>
                </p:nvSpPr>
                <p:spPr>
                  <a:xfrm>
                    <a:off x="958566" y="1469686"/>
                    <a:ext cx="554567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WU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154" name="文本框 153">
                    <a:extLst>
                      <a:ext uri="{FF2B5EF4-FFF2-40B4-BE49-F238E27FC236}">
                        <a16:creationId xmlns:a16="http://schemas.microsoft.com/office/drawing/2014/main" id="{787D3E8C-1E64-42C1-980B-5509B287F1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8566" y="1469686"/>
                    <a:ext cx="554567" cy="28283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6" name="文本框 155">
                    <a:extLst>
                      <a:ext uri="{FF2B5EF4-FFF2-40B4-BE49-F238E27FC236}">
                        <a16:creationId xmlns:a16="http://schemas.microsoft.com/office/drawing/2014/main" id="{06616FE7-E439-4FC0-BF0C-CA5FE2083726}"/>
                      </a:ext>
                    </a:extLst>
                  </p:cNvPr>
                  <p:cNvSpPr txBox="1"/>
                  <p:nvPr/>
                </p:nvSpPr>
                <p:spPr>
                  <a:xfrm>
                    <a:off x="1302106" y="2722880"/>
                    <a:ext cx="421338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VW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156" name="文本框 155">
                    <a:extLst>
                      <a:ext uri="{FF2B5EF4-FFF2-40B4-BE49-F238E27FC236}">
                        <a16:creationId xmlns:a16="http://schemas.microsoft.com/office/drawing/2014/main" id="{06616FE7-E439-4FC0-BF0C-CA5FE20837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02106" y="2722880"/>
                    <a:ext cx="421338" cy="28283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7" name="文本框 156">
                    <a:extLst>
                      <a:ext uri="{FF2B5EF4-FFF2-40B4-BE49-F238E27FC236}">
                        <a16:creationId xmlns:a16="http://schemas.microsoft.com/office/drawing/2014/main" id="{B311FD7E-202B-4301-87C8-3673025EDB88}"/>
                      </a:ext>
                    </a:extLst>
                  </p:cNvPr>
                  <p:cNvSpPr txBox="1"/>
                  <p:nvPr/>
                </p:nvSpPr>
                <p:spPr>
                  <a:xfrm>
                    <a:off x="1750064" y="596819"/>
                    <a:ext cx="440610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UV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157" name="文本框 156">
                    <a:extLst>
                      <a:ext uri="{FF2B5EF4-FFF2-40B4-BE49-F238E27FC236}">
                        <a16:creationId xmlns:a16="http://schemas.microsoft.com/office/drawing/2014/main" id="{B311FD7E-202B-4301-87C8-3673025EDB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0064" y="596819"/>
                    <a:ext cx="440610" cy="28283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7EFD92FD-9ADF-45F3-933E-5C77C45B3ECF}"/>
              </a:ext>
            </a:extLst>
          </p:cNvPr>
          <p:cNvGrpSpPr/>
          <p:nvPr/>
        </p:nvGrpSpPr>
        <p:grpSpPr>
          <a:xfrm>
            <a:off x="8131637" y="937165"/>
            <a:ext cx="2493436" cy="2491835"/>
            <a:chOff x="853013" y="923665"/>
            <a:chExt cx="2493436" cy="2491835"/>
          </a:xfrm>
        </p:grpSpPr>
        <p:cxnSp>
          <p:nvCxnSpPr>
            <p:cNvPr id="165" name="直接箭头连接符 164">
              <a:extLst>
                <a:ext uri="{FF2B5EF4-FFF2-40B4-BE49-F238E27FC236}">
                  <a16:creationId xmlns:a16="http://schemas.microsoft.com/office/drawing/2014/main" id="{6B020D97-6E6D-443B-90D4-96EEDC68FEBD}"/>
                </a:ext>
              </a:extLst>
            </p:cNvPr>
            <p:cNvCxnSpPr>
              <a:cxnSpLocks/>
            </p:cNvCxnSpPr>
            <p:nvPr/>
          </p:nvCxnSpPr>
          <p:spPr>
            <a:xfrm>
              <a:off x="1750070" y="2153665"/>
              <a:ext cx="112197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6" name="组合 165">
              <a:extLst>
                <a:ext uri="{FF2B5EF4-FFF2-40B4-BE49-F238E27FC236}">
                  <a16:creationId xmlns:a16="http://schemas.microsoft.com/office/drawing/2014/main" id="{96141152-C393-451D-9E38-4F2964130AD4}"/>
                </a:ext>
              </a:extLst>
            </p:cNvPr>
            <p:cNvGrpSpPr/>
            <p:nvPr/>
          </p:nvGrpSpPr>
          <p:grpSpPr>
            <a:xfrm>
              <a:off x="853013" y="923665"/>
              <a:ext cx="2493436" cy="2491835"/>
              <a:chOff x="853013" y="923665"/>
              <a:chExt cx="2493436" cy="2491835"/>
            </a:xfrm>
          </p:grpSpPr>
          <p:grpSp>
            <p:nvGrpSpPr>
              <p:cNvPr id="170" name="组合 169">
                <a:extLst>
                  <a:ext uri="{FF2B5EF4-FFF2-40B4-BE49-F238E27FC236}">
                    <a16:creationId xmlns:a16="http://schemas.microsoft.com/office/drawing/2014/main" id="{AA079B7C-20C9-4E9E-B352-3CF4A0013BE5}"/>
                  </a:ext>
                </a:extLst>
              </p:cNvPr>
              <p:cNvGrpSpPr/>
              <p:nvPr/>
            </p:nvGrpSpPr>
            <p:grpSpPr>
              <a:xfrm>
                <a:off x="1130297" y="1206500"/>
                <a:ext cx="626198" cy="1926166"/>
                <a:chOff x="1130297" y="1206500"/>
                <a:chExt cx="626198" cy="1926166"/>
              </a:xfrm>
            </p:grpSpPr>
            <p:cxnSp>
              <p:nvCxnSpPr>
                <p:cNvPr id="203" name="直接箭头连接符 202">
                  <a:extLst>
                    <a:ext uri="{FF2B5EF4-FFF2-40B4-BE49-F238E27FC236}">
                      <a16:creationId xmlns:a16="http://schemas.microsoft.com/office/drawing/2014/main" id="{FF3F95D2-EA13-4351-8CF8-81843064CF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0300" y="1206500"/>
                  <a:ext cx="619772" cy="94716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直接箭头连接符 203">
                  <a:extLst>
                    <a:ext uri="{FF2B5EF4-FFF2-40B4-BE49-F238E27FC236}">
                      <a16:creationId xmlns:a16="http://schemas.microsoft.com/office/drawing/2014/main" id="{66A16EED-4768-48C8-A1BC-1FBF15A89548}"/>
                    </a:ext>
                  </a:extLst>
                </p:cNvPr>
                <p:cNvCxnSpPr>
                  <a:cxnSpLocks/>
                  <a:endCxn id="190" idx="0"/>
                </p:cNvCxnSpPr>
                <p:nvPr/>
              </p:nvCxnSpPr>
              <p:spPr>
                <a:xfrm flipH="1">
                  <a:off x="1130297" y="2153667"/>
                  <a:ext cx="619780" cy="97899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直接箭头连接符 204">
                  <a:extLst>
                    <a:ext uri="{FF2B5EF4-FFF2-40B4-BE49-F238E27FC236}">
                      <a16:creationId xmlns:a16="http://schemas.microsoft.com/office/drawing/2014/main" id="{8CE8E52F-E1AC-49AD-B849-BC7875360A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384537" y="1598295"/>
                  <a:ext cx="365535" cy="55537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直接箭头连接符 206">
                  <a:extLst>
                    <a:ext uri="{FF2B5EF4-FFF2-40B4-BE49-F238E27FC236}">
                      <a16:creationId xmlns:a16="http://schemas.microsoft.com/office/drawing/2014/main" id="{331E6131-0E35-4A3C-A9C3-CC9CDA9A1A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90960" y="2149168"/>
                  <a:ext cx="365535" cy="57371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直接箭头连接符 213">
                  <a:extLst>
                    <a:ext uri="{FF2B5EF4-FFF2-40B4-BE49-F238E27FC236}">
                      <a16:creationId xmlns:a16="http://schemas.microsoft.com/office/drawing/2014/main" id="{6745F184-7F36-4EE4-B9FD-7B99532DD8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90960" y="1611103"/>
                  <a:ext cx="1" cy="110959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直接箭头连接符 214">
                  <a:extLst>
                    <a:ext uri="{FF2B5EF4-FFF2-40B4-BE49-F238E27FC236}">
                      <a16:creationId xmlns:a16="http://schemas.microsoft.com/office/drawing/2014/main" id="{7EAE5595-B7C6-4DD7-8087-0955322161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97384" y="2149162"/>
                  <a:ext cx="355899" cy="57153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3" name="文本框 172">
                    <a:extLst>
                      <a:ext uri="{FF2B5EF4-FFF2-40B4-BE49-F238E27FC236}">
                        <a16:creationId xmlns:a16="http://schemas.microsoft.com/office/drawing/2014/main" id="{270F6128-9EFD-43D8-B1AB-874F53713926}"/>
                      </a:ext>
                    </a:extLst>
                  </p:cNvPr>
                  <p:cNvSpPr txBox="1"/>
                  <p:nvPr/>
                </p:nvSpPr>
                <p:spPr>
                  <a:xfrm>
                    <a:off x="2872042" y="2012250"/>
                    <a:ext cx="474407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UN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1155AE98-819C-4C59-8F57-BB5A227009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72042" y="2012250"/>
                    <a:ext cx="474407" cy="28283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0" name="文本框 179">
                    <a:extLst>
                      <a:ext uri="{FF2B5EF4-FFF2-40B4-BE49-F238E27FC236}">
                        <a16:creationId xmlns:a16="http://schemas.microsoft.com/office/drawing/2014/main" id="{FE74FA99-9633-4EB0-AED7-8ACD31F91D08}"/>
                      </a:ext>
                    </a:extLst>
                  </p:cNvPr>
                  <p:cNvSpPr txBox="1"/>
                  <p:nvPr/>
                </p:nvSpPr>
                <p:spPr>
                  <a:xfrm>
                    <a:off x="853013" y="923665"/>
                    <a:ext cx="554567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WN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B599AA9D-563D-4A16-AAC5-4A3C886270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3013" y="923665"/>
                    <a:ext cx="554567" cy="28283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0" name="文本框 189">
                    <a:extLst>
                      <a:ext uri="{FF2B5EF4-FFF2-40B4-BE49-F238E27FC236}">
                        <a16:creationId xmlns:a16="http://schemas.microsoft.com/office/drawing/2014/main" id="{676624E2-DDBB-433E-8F22-DD0D704B6328}"/>
                      </a:ext>
                    </a:extLst>
                  </p:cNvPr>
                  <p:cNvSpPr txBox="1"/>
                  <p:nvPr/>
                </p:nvSpPr>
                <p:spPr>
                  <a:xfrm>
                    <a:off x="853013" y="3132666"/>
                    <a:ext cx="554567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VN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7986F24D-24A7-4C6F-9F2F-E80D2E655F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3013" y="3132666"/>
                    <a:ext cx="554567" cy="28283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6" name="文本框 195">
                    <a:extLst>
                      <a:ext uri="{FF2B5EF4-FFF2-40B4-BE49-F238E27FC236}">
                        <a16:creationId xmlns:a16="http://schemas.microsoft.com/office/drawing/2014/main" id="{698A7248-2615-4CA9-91AD-0F1868C4E3C8}"/>
                      </a:ext>
                    </a:extLst>
                  </p:cNvPr>
                  <p:cNvSpPr txBox="1"/>
                  <p:nvPr/>
                </p:nvSpPr>
                <p:spPr>
                  <a:xfrm>
                    <a:off x="1750071" y="2202751"/>
                    <a:ext cx="145874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C723DCF1-6D89-4982-8413-A25827D4ACA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0071" y="2202751"/>
                    <a:ext cx="145874" cy="18466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5000" r="-20833" b="-322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7" name="文本框 196">
                    <a:extLst>
                      <a:ext uri="{FF2B5EF4-FFF2-40B4-BE49-F238E27FC236}">
                        <a16:creationId xmlns:a16="http://schemas.microsoft.com/office/drawing/2014/main" id="{5FC94083-05F6-4E80-9807-79054886CA50}"/>
                      </a:ext>
                    </a:extLst>
                  </p:cNvPr>
                  <p:cNvSpPr txBox="1"/>
                  <p:nvPr/>
                </p:nvSpPr>
                <p:spPr>
                  <a:xfrm>
                    <a:off x="1058362" y="1999443"/>
                    <a:ext cx="327058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197" name="文本框 196">
                    <a:extLst>
                      <a:ext uri="{FF2B5EF4-FFF2-40B4-BE49-F238E27FC236}">
                        <a16:creationId xmlns:a16="http://schemas.microsoft.com/office/drawing/2014/main" id="{5FC94083-05F6-4E80-9807-79054886CA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8362" y="1999443"/>
                    <a:ext cx="327058" cy="28283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8" name="文本框 197">
                    <a:extLst>
                      <a:ext uri="{FF2B5EF4-FFF2-40B4-BE49-F238E27FC236}">
                        <a16:creationId xmlns:a16="http://schemas.microsoft.com/office/drawing/2014/main" id="{F190F373-677E-41C7-9D78-62B7A81E60DB}"/>
                      </a:ext>
                    </a:extLst>
                  </p:cNvPr>
                  <p:cNvSpPr txBox="1"/>
                  <p:nvPr/>
                </p:nvSpPr>
                <p:spPr>
                  <a:xfrm>
                    <a:off x="1535830" y="1675912"/>
                    <a:ext cx="303096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198" name="文本框 197">
                    <a:extLst>
                      <a:ext uri="{FF2B5EF4-FFF2-40B4-BE49-F238E27FC236}">
                        <a16:creationId xmlns:a16="http://schemas.microsoft.com/office/drawing/2014/main" id="{F190F373-677E-41C7-9D78-62B7A81E60D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35830" y="1675912"/>
                    <a:ext cx="303096" cy="28283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9" name="文本框 198">
                    <a:extLst>
                      <a:ext uri="{FF2B5EF4-FFF2-40B4-BE49-F238E27FC236}">
                        <a16:creationId xmlns:a16="http://schemas.microsoft.com/office/drawing/2014/main" id="{BE89A2FA-23EB-4532-B9D4-063E0207D3A2}"/>
                      </a:ext>
                    </a:extLst>
                  </p:cNvPr>
                  <p:cNvSpPr txBox="1"/>
                  <p:nvPr/>
                </p:nvSpPr>
                <p:spPr>
                  <a:xfrm>
                    <a:off x="1525919" y="2359919"/>
                    <a:ext cx="296093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199" name="文本框 198">
                    <a:extLst>
                      <a:ext uri="{FF2B5EF4-FFF2-40B4-BE49-F238E27FC236}">
                        <a16:creationId xmlns:a16="http://schemas.microsoft.com/office/drawing/2014/main" id="{BE89A2FA-23EB-4532-B9D4-063E0207D3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5919" y="2359919"/>
                    <a:ext cx="296093" cy="28283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0" name="文本框 199">
                    <a:extLst>
                      <a:ext uri="{FF2B5EF4-FFF2-40B4-BE49-F238E27FC236}">
                        <a16:creationId xmlns:a16="http://schemas.microsoft.com/office/drawing/2014/main" id="{E73BC975-4E88-4C50-A1F6-9E12AA7376CD}"/>
                      </a:ext>
                    </a:extLst>
                  </p:cNvPr>
                  <p:cNvSpPr txBox="1"/>
                  <p:nvPr/>
                </p:nvSpPr>
                <p:spPr>
                  <a:xfrm>
                    <a:off x="1286903" y="1364804"/>
                    <a:ext cx="554567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WU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200" name="文本框 199">
                    <a:extLst>
                      <a:ext uri="{FF2B5EF4-FFF2-40B4-BE49-F238E27FC236}">
                        <a16:creationId xmlns:a16="http://schemas.microsoft.com/office/drawing/2014/main" id="{E73BC975-4E88-4C50-A1F6-9E12AA7376C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86903" y="1364804"/>
                    <a:ext cx="554567" cy="28283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1" name="文本框 200">
                    <a:extLst>
                      <a:ext uri="{FF2B5EF4-FFF2-40B4-BE49-F238E27FC236}">
                        <a16:creationId xmlns:a16="http://schemas.microsoft.com/office/drawing/2014/main" id="{9B63855F-8B10-4EB7-A456-AB1BA3A517F6}"/>
                      </a:ext>
                    </a:extLst>
                  </p:cNvPr>
                  <p:cNvSpPr txBox="1"/>
                  <p:nvPr/>
                </p:nvSpPr>
                <p:spPr>
                  <a:xfrm>
                    <a:off x="1302106" y="2722880"/>
                    <a:ext cx="421338" cy="2828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VW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201" name="文本框 200">
                    <a:extLst>
                      <a:ext uri="{FF2B5EF4-FFF2-40B4-BE49-F238E27FC236}">
                        <a16:creationId xmlns:a16="http://schemas.microsoft.com/office/drawing/2014/main" id="{9B63855F-8B10-4EB7-A456-AB1BA3A517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02106" y="2722880"/>
                    <a:ext cx="421338" cy="28283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60154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90</Words>
  <Application>Microsoft Office PowerPoint</Application>
  <PresentationFormat>宽屏</PresentationFormat>
  <Paragraphs>90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Murphy Sun</dc:creator>
  <cp:lastModifiedBy>Murphy Sun</cp:lastModifiedBy>
  <cp:revision>66</cp:revision>
  <dcterms:created xsi:type="dcterms:W3CDTF">2025-12-16T07:53:17Z</dcterms:created>
  <dcterms:modified xsi:type="dcterms:W3CDTF">2025-12-16T13:13:46Z</dcterms:modified>
</cp:coreProperties>
</file>